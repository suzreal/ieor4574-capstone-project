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Ubuntu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Akatab"/>
      <p:regular r:id="rId26"/>
      <p:bold r:id="rId27"/>
    </p:embeddedFont>
    <p:embeddedFont>
      <p:font typeface="Work Sans"/>
      <p:regular r:id="rId28"/>
      <p:bold r:id="rId29"/>
      <p:italic r:id="rId30"/>
      <p:boldItalic r:id="rId31"/>
    </p:embeddedFont>
    <p:embeddedFont>
      <p:font typeface="Castoro"/>
      <p:regular r:id="rId32"/>
      <p: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buntu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Ubuntu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katab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WorkSans-regular.fntdata"/><Relationship Id="rId27" Type="http://schemas.openxmlformats.org/officeDocument/2006/relationships/font" Target="fonts/Akatab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Work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WorkSans-boldItalic.fntdata"/><Relationship Id="rId30" Type="http://schemas.openxmlformats.org/officeDocument/2006/relationships/font" Target="fonts/WorkSans-italic.fntdata"/><Relationship Id="rId11" Type="http://schemas.openxmlformats.org/officeDocument/2006/relationships/slide" Target="slides/slide6.xml"/><Relationship Id="rId33" Type="http://schemas.openxmlformats.org/officeDocument/2006/relationships/font" Target="fonts/Castoro-italic.fntdata"/><Relationship Id="rId10" Type="http://schemas.openxmlformats.org/officeDocument/2006/relationships/slide" Target="slides/slide5.xml"/><Relationship Id="rId32" Type="http://schemas.openxmlformats.org/officeDocument/2006/relationships/font" Target="fonts/Casto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buntu-bold.fntdata"/><Relationship Id="rId18" Type="http://schemas.openxmlformats.org/officeDocument/2006/relationships/font" Target="fonts/Ubuntu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d9075d6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d9075d6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e0417e63b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e0417e63b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012169"/>
                </a:solidFill>
                <a:latin typeface="Roboto"/>
                <a:ea typeface="Roboto"/>
                <a:cs typeface="Roboto"/>
                <a:sym typeface="Roboto"/>
              </a:rPr>
              <a:t>People often spend too much time choosing restaurants and deciding the order of visits, especially when plans are only partially made</a:t>
            </a:r>
            <a:endParaRPr sz="1800">
              <a:solidFill>
                <a:srgbClr val="01216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012169"/>
                </a:solidFill>
                <a:latin typeface="Roboto"/>
                <a:ea typeface="Roboto"/>
                <a:cs typeface="Roboto"/>
                <a:sym typeface="Roboto"/>
              </a:rPr>
              <a:t>Current map services show nearby places and restaurants but lack personalized recommendations</a:t>
            </a:r>
            <a:endParaRPr sz="1800">
              <a:solidFill>
                <a:srgbClr val="01216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01216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e0417e63b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e0417e63b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e0417e63b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e0417e63b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012169"/>
                </a:solidFill>
                <a:latin typeface="Roboto"/>
                <a:ea typeface="Roboto"/>
                <a:cs typeface="Roboto"/>
                <a:sym typeface="Roboto"/>
              </a:rPr>
              <a:t>Intelligent day planning assistant that creates realistic, end-to-end itineraries for locals and travelers</a:t>
            </a:r>
            <a:endParaRPr sz="1800">
              <a:solidFill>
                <a:srgbClr val="01216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012169"/>
                </a:solidFill>
                <a:latin typeface="Roboto"/>
                <a:ea typeface="Roboto"/>
                <a:cs typeface="Roboto"/>
                <a:sym typeface="Roboto"/>
              </a:rPr>
              <a:t>Uses a user’s location, time window, preferences, and fixed stops to generate a curated, feasible day plan</a:t>
            </a:r>
            <a:endParaRPr sz="1800">
              <a:solidFill>
                <a:srgbClr val="01216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012169"/>
                </a:solidFill>
                <a:latin typeface="Roboto"/>
                <a:ea typeface="Roboto"/>
                <a:cs typeface="Roboto"/>
                <a:sym typeface="Roboto"/>
              </a:rPr>
              <a:t>Produces an ordered sequence of stops with realistic travel times and buffer periods</a:t>
            </a:r>
            <a:endParaRPr sz="1800">
              <a:solidFill>
                <a:srgbClr val="01216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012169"/>
                </a:solidFill>
                <a:latin typeface="Roboto"/>
                <a:ea typeface="Roboto"/>
                <a:cs typeface="Roboto"/>
                <a:sym typeface="Roboto"/>
              </a:rPr>
              <a:t>Lets users specify constraints such as budget, transport mode, accessibility needs, and group size</a:t>
            </a:r>
            <a:endParaRPr sz="1800">
              <a:solidFill>
                <a:srgbClr val="01216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2169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012169"/>
                </a:solidFill>
                <a:latin typeface="Roboto"/>
                <a:ea typeface="Roboto"/>
                <a:cs typeface="Roboto"/>
                <a:sym typeface="Roboto"/>
              </a:rPr>
              <a:t>Be able to recommend restaurants, tour sites, stores etc.</a:t>
            </a:r>
            <a:endParaRPr sz="1800">
              <a:solidFill>
                <a:srgbClr val="01216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da9a58d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da9a58d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da9a58d7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da9a58d7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da9a58d7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da9a58d7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e145af69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e145af69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dc0139d1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dc0139d1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e145af6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e145af6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dc0139d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dc0139d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/>
        </p:nvSpPr>
        <p:spPr>
          <a:xfrm>
            <a:off x="585216" y="1700950"/>
            <a:ext cx="6630300" cy="119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11;p2"/>
          <p:cNvSpPr txBox="1"/>
          <p:nvPr/>
        </p:nvSpPr>
        <p:spPr>
          <a:xfrm>
            <a:off x="585216" y="3725150"/>
            <a:ext cx="48048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9E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2"/>
          <p:cNvSpPr txBox="1"/>
          <p:nvPr/>
        </p:nvSpPr>
        <p:spPr>
          <a:xfrm>
            <a:off x="585216" y="3090672"/>
            <a:ext cx="48048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009E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1450" y="682512"/>
            <a:ext cx="3240075" cy="34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331450" y="1700950"/>
            <a:ext cx="6630300" cy="11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585225" y="3090675"/>
            <a:ext cx="48048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585225" y="3725150"/>
            <a:ext cx="4804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sz="1600">
                <a:solidFill>
                  <a:srgbClr val="009E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600"/>
              <a:buNone/>
              <a:defRPr b="1" sz="1600">
                <a:solidFill>
                  <a:srgbClr val="009E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/>
        </p:nvSpPr>
        <p:spPr>
          <a:xfrm>
            <a:off x="586925" y="1970725"/>
            <a:ext cx="6624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0627" y="4733910"/>
            <a:ext cx="2071000" cy="21879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586925" y="1928275"/>
            <a:ext cx="6624600" cy="92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tx">
  <p:cSld name="TITLE_AND_BODY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/>
        </p:nvSpPr>
        <p:spPr>
          <a:xfrm>
            <a:off x="320040" y="781050"/>
            <a:ext cx="24315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3209925" y="781050"/>
            <a:ext cx="54840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" name="Google Shape;24;p4"/>
          <p:cNvCxnSpPr/>
          <p:nvPr/>
        </p:nvCxnSpPr>
        <p:spPr>
          <a:xfrm>
            <a:off x="320050" y="664325"/>
            <a:ext cx="2417700" cy="0"/>
          </a:xfrm>
          <a:prstGeom prst="straightConnector1">
            <a:avLst/>
          </a:prstGeom>
          <a:noFill/>
          <a:ln cap="flat" cmpd="sng" w="9525">
            <a:solidFill>
              <a:srgbClr val="009E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0627" y="4733910"/>
            <a:ext cx="2071000" cy="21879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>
            <p:ph type="title"/>
          </p:nvPr>
        </p:nvSpPr>
        <p:spPr>
          <a:xfrm>
            <a:off x="293025" y="764350"/>
            <a:ext cx="2417700" cy="3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3209925" y="773176"/>
            <a:ext cx="5484000" cy="3771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b="1" u="sng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Light" type="titleOnly">
  <p:cSld name="TITLE_ONLY">
    <p:bg>
      <p:bgPr>
        <a:solidFill>
          <a:schemeClr val="dk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/>
        </p:nvSpPr>
        <p:spPr>
          <a:xfrm>
            <a:off x="735600" y="1240150"/>
            <a:ext cx="7672800" cy="29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1216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121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Google Shape;31;p5"/>
          <p:cNvSpPr txBox="1"/>
          <p:nvPr/>
        </p:nvSpPr>
        <p:spPr>
          <a:xfrm>
            <a:off x="311700" y="305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121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" name="Google Shape;32;p5"/>
          <p:cNvCxnSpPr/>
          <p:nvPr/>
        </p:nvCxnSpPr>
        <p:spPr>
          <a:xfrm>
            <a:off x="458375" y="989900"/>
            <a:ext cx="82275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 b="45094" l="11150" r="11736" t="37690"/>
          <a:stretch/>
        </p:blipFill>
        <p:spPr>
          <a:xfrm>
            <a:off x="420625" y="4736592"/>
            <a:ext cx="2071000" cy="25685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type="title"/>
          </p:nvPr>
        </p:nvSpPr>
        <p:spPr>
          <a:xfrm>
            <a:off x="420625" y="305850"/>
            <a:ext cx="822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8375" y="1240150"/>
            <a:ext cx="8373900" cy="2997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lumn Light">
  <p:cSld name="TITLE_AND_BODY_2_1_1">
    <p:bg>
      <p:bgPr>
        <a:solidFill>
          <a:schemeClr val="dk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 rotWithShape="1">
          <a:blip r:embed="rId2">
            <a:alphaModFix/>
          </a:blip>
          <a:srcRect b="45094" l="11150" r="11736" t="37690"/>
          <a:stretch/>
        </p:blipFill>
        <p:spPr>
          <a:xfrm>
            <a:off x="420625" y="4736592"/>
            <a:ext cx="2071000" cy="256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5"/>
                </a:solidFill>
              </a:defRPr>
            </a:lvl1pPr>
            <a:lvl2pPr lvl="1">
              <a:buNone/>
              <a:defRPr>
                <a:solidFill>
                  <a:schemeClr val="accent5"/>
                </a:solidFill>
              </a:defRPr>
            </a:lvl2pPr>
            <a:lvl3pPr lvl="2">
              <a:buNone/>
              <a:defRPr>
                <a:solidFill>
                  <a:schemeClr val="accent5"/>
                </a:solidFill>
              </a:defRPr>
            </a:lvl3pPr>
            <a:lvl4pPr lvl="3">
              <a:buNone/>
              <a:defRPr>
                <a:solidFill>
                  <a:schemeClr val="accent5"/>
                </a:solidFill>
              </a:defRPr>
            </a:lvl4pPr>
            <a:lvl5pPr lvl="4">
              <a:buNone/>
              <a:defRPr>
                <a:solidFill>
                  <a:schemeClr val="accent5"/>
                </a:solidFill>
              </a:defRPr>
            </a:lvl5pPr>
            <a:lvl6pPr lvl="5">
              <a:buNone/>
              <a:defRPr>
                <a:solidFill>
                  <a:schemeClr val="accent5"/>
                </a:solidFill>
              </a:defRPr>
            </a:lvl6pPr>
            <a:lvl7pPr lvl="6">
              <a:buNone/>
              <a:defRPr>
                <a:solidFill>
                  <a:schemeClr val="accent5"/>
                </a:solidFill>
              </a:defRPr>
            </a:lvl7pPr>
            <a:lvl8pPr lvl="7">
              <a:buNone/>
              <a:defRPr>
                <a:solidFill>
                  <a:schemeClr val="accent5"/>
                </a:solidFill>
              </a:defRPr>
            </a:lvl8pPr>
            <a:lvl9pPr lvl="8">
              <a:buNone/>
              <a:defRPr>
                <a:solidFill>
                  <a:schemeClr val="accent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" name="Google Shape;39;p6"/>
          <p:cNvCxnSpPr/>
          <p:nvPr/>
        </p:nvCxnSpPr>
        <p:spPr>
          <a:xfrm>
            <a:off x="458375" y="989900"/>
            <a:ext cx="36576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" name="Google Shape;40;p6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6"/>
          <p:cNvSpPr txBox="1"/>
          <p:nvPr/>
        </p:nvSpPr>
        <p:spPr>
          <a:xfrm>
            <a:off x="311700" y="305850"/>
            <a:ext cx="41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121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678600" y="1250450"/>
            <a:ext cx="2896800" cy="29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121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20625" y="305850"/>
            <a:ext cx="822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458375" y="1241624"/>
            <a:ext cx="3657600" cy="2997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6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Dark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" name="Google Shape;4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0627" y="4733910"/>
            <a:ext cx="2071000" cy="2187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Google Shape;48;p7"/>
          <p:cNvCxnSpPr/>
          <p:nvPr/>
        </p:nvCxnSpPr>
        <p:spPr>
          <a:xfrm>
            <a:off x="458375" y="989900"/>
            <a:ext cx="8227500" cy="900"/>
          </a:xfrm>
          <a:prstGeom prst="straightConnector1">
            <a:avLst/>
          </a:prstGeom>
          <a:noFill/>
          <a:ln cap="flat" cmpd="sng" w="9525">
            <a:solidFill>
              <a:srgbClr val="009E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" name="Google Shape;49;p7"/>
          <p:cNvSpPr txBox="1"/>
          <p:nvPr/>
        </p:nvSpPr>
        <p:spPr>
          <a:xfrm>
            <a:off x="311700" y="305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" name="Google Shape;50;p7"/>
          <p:cNvSpPr txBox="1"/>
          <p:nvPr/>
        </p:nvSpPr>
        <p:spPr>
          <a:xfrm>
            <a:off x="735600" y="1240150"/>
            <a:ext cx="7672800" cy="29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lumn Dark">
  <p:cSld name="TITLE_AND_BODY_2_1_1_1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5"/>
                </a:solidFill>
              </a:defRPr>
            </a:lvl1pPr>
            <a:lvl2pPr lvl="1">
              <a:buNone/>
              <a:defRPr>
                <a:solidFill>
                  <a:schemeClr val="accent5"/>
                </a:solidFill>
              </a:defRPr>
            </a:lvl2pPr>
            <a:lvl3pPr lvl="2">
              <a:buNone/>
              <a:defRPr>
                <a:solidFill>
                  <a:schemeClr val="accent5"/>
                </a:solidFill>
              </a:defRPr>
            </a:lvl3pPr>
            <a:lvl4pPr lvl="3">
              <a:buNone/>
              <a:defRPr>
                <a:solidFill>
                  <a:schemeClr val="accent5"/>
                </a:solidFill>
              </a:defRPr>
            </a:lvl4pPr>
            <a:lvl5pPr lvl="4">
              <a:buNone/>
              <a:defRPr>
                <a:solidFill>
                  <a:schemeClr val="accent5"/>
                </a:solidFill>
              </a:defRPr>
            </a:lvl5pPr>
            <a:lvl6pPr lvl="5">
              <a:buNone/>
              <a:defRPr>
                <a:solidFill>
                  <a:schemeClr val="accent5"/>
                </a:solidFill>
              </a:defRPr>
            </a:lvl6pPr>
            <a:lvl7pPr lvl="6">
              <a:buNone/>
              <a:defRPr>
                <a:solidFill>
                  <a:schemeClr val="accent5"/>
                </a:solidFill>
              </a:defRPr>
            </a:lvl7pPr>
            <a:lvl8pPr lvl="7">
              <a:buNone/>
              <a:defRPr>
                <a:solidFill>
                  <a:schemeClr val="accent5"/>
                </a:solidFill>
              </a:defRPr>
            </a:lvl8pPr>
            <a:lvl9pPr lvl="8">
              <a:buNone/>
              <a:defRPr>
                <a:solidFill>
                  <a:schemeClr val="accent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3" name="Google Shape;53;p8"/>
          <p:cNvCxnSpPr/>
          <p:nvPr/>
        </p:nvCxnSpPr>
        <p:spPr>
          <a:xfrm>
            <a:off x="458375" y="989900"/>
            <a:ext cx="36576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" name="Google Shape;54;p8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/>
        </p:nvSpPr>
        <p:spPr>
          <a:xfrm>
            <a:off x="311700" y="305850"/>
            <a:ext cx="41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8"/>
          <p:cNvSpPr txBox="1"/>
          <p:nvPr/>
        </p:nvSpPr>
        <p:spPr>
          <a:xfrm>
            <a:off x="678600" y="1250450"/>
            <a:ext cx="2896800" cy="29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0627" y="4733910"/>
            <a:ext cx="2071000" cy="218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6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" name="Google Shape;6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0627" y="4733910"/>
            <a:ext cx="2071000" cy="218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5" name="Google Shape;65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" name="Google Shape;6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0627" y="4733910"/>
            <a:ext cx="2071000" cy="218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EFF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331450" y="1700950"/>
            <a:ext cx="6630300" cy="11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Engineering Capstone - Restaurant Recommendation</a:t>
            </a:r>
            <a:endParaRPr/>
          </a:p>
        </p:txBody>
      </p:sp>
      <p:sp>
        <p:nvSpPr>
          <p:cNvPr id="76" name="Google Shape;76;p12"/>
          <p:cNvSpPr txBox="1"/>
          <p:nvPr>
            <p:ph idx="1" type="subTitle"/>
          </p:nvPr>
        </p:nvSpPr>
        <p:spPr>
          <a:xfrm>
            <a:off x="585225" y="3090675"/>
            <a:ext cx="48048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IEOR 4574</a:t>
            </a:r>
            <a:endParaRPr/>
          </a:p>
        </p:txBody>
      </p:sp>
      <p:sp>
        <p:nvSpPr>
          <p:cNvPr id="77" name="Google Shape;77;p12"/>
          <p:cNvSpPr txBox="1"/>
          <p:nvPr>
            <p:ph idx="2" type="subTitle"/>
          </p:nvPr>
        </p:nvSpPr>
        <p:spPr>
          <a:xfrm>
            <a:off x="585225" y="3725150"/>
            <a:ext cx="4804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Jiaying Du (jd4234), Minghao Li (ml5190), Siyuan Kong (sk5501), Zekai Su (zs2704)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420625" y="305850"/>
            <a:ext cx="822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458375" y="1241625"/>
            <a:ext cx="7427400" cy="29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Background &amp; Motivation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Methodology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Evaluation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420625" y="305850"/>
            <a:ext cx="822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</a:t>
            </a:r>
            <a:r>
              <a:rPr lang="en"/>
              <a:t> Problem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1208663" y="2252900"/>
            <a:ext cx="261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Castoro"/>
                <a:ea typeface="Castoro"/>
                <a:cs typeface="Castoro"/>
                <a:sym typeface="Castoro"/>
              </a:rPr>
              <a:t>Time Constraints</a:t>
            </a:r>
            <a:endParaRPr b="1" sz="2000">
              <a:solidFill>
                <a:schemeClr val="dk2"/>
              </a:solidFill>
              <a:latin typeface="Castoro"/>
              <a:ea typeface="Castoro"/>
              <a:cs typeface="Castoro"/>
              <a:sym typeface="Castoro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5127038" y="2252900"/>
            <a:ext cx="271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9EFF"/>
                </a:solidFill>
                <a:latin typeface="Castoro"/>
                <a:ea typeface="Castoro"/>
                <a:cs typeface="Castoro"/>
                <a:sym typeface="Castoro"/>
              </a:rPr>
              <a:t>Lack of Personalized Recommendations</a:t>
            </a:r>
            <a:endParaRPr b="1" sz="2000">
              <a:solidFill>
                <a:srgbClr val="009EFF"/>
              </a:solidFill>
              <a:latin typeface="Castoro"/>
              <a:ea typeface="Castoro"/>
              <a:cs typeface="Castoro"/>
              <a:sym typeface="Casto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9EFF"/>
              </a:solidFill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019413" y="1318427"/>
            <a:ext cx="753600" cy="753600"/>
          </a:xfrm>
          <a:prstGeom prst="roundRect">
            <a:avLst>
              <a:gd fmla="val 24522" name="adj"/>
            </a:avLst>
          </a:prstGeom>
          <a:solidFill>
            <a:srgbClr val="DDE6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5937789" y="1318427"/>
            <a:ext cx="753600" cy="753600"/>
          </a:xfrm>
          <a:prstGeom prst="roundRect">
            <a:avLst>
              <a:gd fmla="val 24522" name="adj"/>
            </a:avLst>
          </a:prstGeom>
          <a:solidFill>
            <a:srgbClr val="DDE6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93" name="Google Shape;93;p14"/>
          <p:cNvGrpSpPr/>
          <p:nvPr/>
        </p:nvGrpSpPr>
        <p:grpSpPr>
          <a:xfrm>
            <a:off x="2223221" y="1522227"/>
            <a:ext cx="345997" cy="345997"/>
            <a:chOff x="1756921" y="1509739"/>
            <a:chExt cx="345997" cy="345997"/>
          </a:xfrm>
        </p:grpSpPr>
        <p:sp>
          <p:nvSpPr>
            <p:cNvPr id="94" name="Google Shape;94;p14"/>
            <p:cNvSpPr/>
            <p:nvPr/>
          </p:nvSpPr>
          <p:spPr>
            <a:xfrm>
              <a:off x="1756921" y="1509739"/>
              <a:ext cx="345997" cy="345997"/>
            </a:xfrm>
            <a:custGeom>
              <a:rect b="b" l="l" r="r" t="t"/>
              <a:pathLst>
                <a:path extrusionOk="0" h="10871" w="10871">
                  <a:moveTo>
                    <a:pt x="5442" y="0"/>
                  </a:moveTo>
                  <a:cubicBezTo>
                    <a:pt x="3977" y="0"/>
                    <a:pt x="2620" y="572"/>
                    <a:pt x="1596" y="1596"/>
                  </a:cubicBezTo>
                  <a:cubicBezTo>
                    <a:pt x="572" y="2620"/>
                    <a:pt x="1" y="3989"/>
                    <a:pt x="1" y="5441"/>
                  </a:cubicBezTo>
                  <a:cubicBezTo>
                    <a:pt x="1" y="6882"/>
                    <a:pt x="572" y="8251"/>
                    <a:pt x="1596" y="9275"/>
                  </a:cubicBezTo>
                  <a:cubicBezTo>
                    <a:pt x="2620" y="10299"/>
                    <a:pt x="3989" y="10871"/>
                    <a:pt x="5442" y="10871"/>
                  </a:cubicBezTo>
                  <a:cubicBezTo>
                    <a:pt x="6882" y="10871"/>
                    <a:pt x="8252" y="10299"/>
                    <a:pt x="9276" y="9275"/>
                  </a:cubicBezTo>
                  <a:cubicBezTo>
                    <a:pt x="10299" y="8251"/>
                    <a:pt x="10871" y="6882"/>
                    <a:pt x="10871" y="5441"/>
                  </a:cubicBezTo>
                  <a:cubicBezTo>
                    <a:pt x="10871" y="5346"/>
                    <a:pt x="10871" y="5263"/>
                    <a:pt x="10859" y="5156"/>
                  </a:cubicBezTo>
                  <a:cubicBezTo>
                    <a:pt x="10859" y="5060"/>
                    <a:pt x="10788" y="5001"/>
                    <a:pt x="10692" y="5001"/>
                  </a:cubicBezTo>
                  <a:cubicBezTo>
                    <a:pt x="10609" y="5001"/>
                    <a:pt x="10549" y="5084"/>
                    <a:pt x="10549" y="5168"/>
                  </a:cubicBezTo>
                  <a:lnTo>
                    <a:pt x="10549" y="5441"/>
                  </a:lnTo>
                  <a:cubicBezTo>
                    <a:pt x="10549" y="6811"/>
                    <a:pt x="10014" y="8085"/>
                    <a:pt x="9037" y="9049"/>
                  </a:cubicBezTo>
                  <a:cubicBezTo>
                    <a:pt x="8073" y="10025"/>
                    <a:pt x="6787" y="10561"/>
                    <a:pt x="5418" y="10561"/>
                  </a:cubicBezTo>
                  <a:cubicBezTo>
                    <a:pt x="4061" y="10561"/>
                    <a:pt x="2775" y="10025"/>
                    <a:pt x="1810" y="9049"/>
                  </a:cubicBezTo>
                  <a:cubicBezTo>
                    <a:pt x="834" y="8085"/>
                    <a:pt x="298" y="6811"/>
                    <a:pt x="298" y="5441"/>
                  </a:cubicBezTo>
                  <a:cubicBezTo>
                    <a:pt x="298" y="4072"/>
                    <a:pt x="834" y="2786"/>
                    <a:pt x="1810" y="1822"/>
                  </a:cubicBezTo>
                  <a:cubicBezTo>
                    <a:pt x="2775" y="858"/>
                    <a:pt x="4061" y="322"/>
                    <a:pt x="5418" y="322"/>
                  </a:cubicBezTo>
                  <a:cubicBezTo>
                    <a:pt x="6632" y="322"/>
                    <a:pt x="7799" y="750"/>
                    <a:pt x="8728" y="1524"/>
                  </a:cubicBezTo>
                  <a:cubicBezTo>
                    <a:pt x="9633" y="2298"/>
                    <a:pt x="10264" y="3358"/>
                    <a:pt x="10466" y="4513"/>
                  </a:cubicBezTo>
                  <a:cubicBezTo>
                    <a:pt x="10476" y="4594"/>
                    <a:pt x="10547" y="4649"/>
                    <a:pt x="10612" y="4649"/>
                  </a:cubicBezTo>
                  <a:cubicBezTo>
                    <a:pt x="10623" y="4649"/>
                    <a:pt x="10634" y="4647"/>
                    <a:pt x="10645" y="4644"/>
                  </a:cubicBezTo>
                  <a:cubicBezTo>
                    <a:pt x="10740" y="4632"/>
                    <a:pt x="10800" y="4548"/>
                    <a:pt x="10776" y="4465"/>
                  </a:cubicBezTo>
                  <a:cubicBezTo>
                    <a:pt x="10561" y="3239"/>
                    <a:pt x="9907" y="2108"/>
                    <a:pt x="8930" y="1286"/>
                  </a:cubicBezTo>
                  <a:cubicBezTo>
                    <a:pt x="7954" y="465"/>
                    <a:pt x="6716" y="0"/>
                    <a:pt x="544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1781937" y="1535488"/>
              <a:ext cx="295614" cy="295614"/>
            </a:xfrm>
            <a:custGeom>
              <a:rect b="b" l="l" r="r" t="t"/>
              <a:pathLst>
                <a:path extrusionOk="0" h="9288" w="9288">
                  <a:moveTo>
                    <a:pt x="4644" y="1"/>
                  </a:moveTo>
                  <a:cubicBezTo>
                    <a:pt x="3989" y="1"/>
                    <a:pt x="3346" y="132"/>
                    <a:pt x="2751" y="406"/>
                  </a:cubicBezTo>
                  <a:cubicBezTo>
                    <a:pt x="2167" y="656"/>
                    <a:pt x="1667" y="1025"/>
                    <a:pt x="1227" y="1489"/>
                  </a:cubicBezTo>
                  <a:cubicBezTo>
                    <a:pt x="1167" y="1549"/>
                    <a:pt x="1167" y="1656"/>
                    <a:pt x="1251" y="1715"/>
                  </a:cubicBezTo>
                  <a:cubicBezTo>
                    <a:pt x="1278" y="1743"/>
                    <a:pt x="1313" y="1757"/>
                    <a:pt x="1348" y="1757"/>
                  </a:cubicBezTo>
                  <a:cubicBezTo>
                    <a:pt x="1390" y="1757"/>
                    <a:pt x="1433" y="1737"/>
                    <a:pt x="1465" y="1692"/>
                  </a:cubicBezTo>
                  <a:cubicBezTo>
                    <a:pt x="1870" y="1263"/>
                    <a:pt x="2346" y="918"/>
                    <a:pt x="2882" y="680"/>
                  </a:cubicBezTo>
                  <a:cubicBezTo>
                    <a:pt x="3429" y="430"/>
                    <a:pt x="4025" y="310"/>
                    <a:pt x="4644" y="310"/>
                  </a:cubicBezTo>
                  <a:cubicBezTo>
                    <a:pt x="7025" y="310"/>
                    <a:pt x="8966" y="2239"/>
                    <a:pt x="8966" y="4644"/>
                  </a:cubicBezTo>
                  <a:cubicBezTo>
                    <a:pt x="8966" y="7037"/>
                    <a:pt x="7037" y="8978"/>
                    <a:pt x="4644" y="8978"/>
                  </a:cubicBezTo>
                  <a:cubicBezTo>
                    <a:pt x="2263" y="8978"/>
                    <a:pt x="310" y="7037"/>
                    <a:pt x="310" y="4644"/>
                  </a:cubicBezTo>
                  <a:cubicBezTo>
                    <a:pt x="310" y="3799"/>
                    <a:pt x="560" y="2966"/>
                    <a:pt x="1024" y="2263"/>
                  </a:cubicBezTo>
                  <a:cubicBezTo>
                    <a:pt x="1084" y="2192"/>
                    <a:pt x="1072" y="2084"/>
                    <a:pt x="989" y="2037"/>
                  </a:cubicBezTo>
                  <a:cubicBezTo>
                    <a:pt x="963" y="2020"/>
                    <a:pt x="933" y="2012"/>
                    <a:pt x="904" y="2012"/>
                  </a:cubicBezTo>
                  <a:cubicBezTo>
                    <a:pt x="850" y="2012"/>
                    <a:pt x="797" y="2038"/>
                    <a:pt x="774" y="2084"/>
                  </a:cubicBezTo>
                  <a:cubicBezTo>
                    <a:pt x="262" y="2846"/>
                    <a:pt x="0" y="3716"/>
                    <a:pt x="0" y="4644"/>
                  </a:cubicBezTo>
                  <a:cubicBezTo>
                    <a:pt x="0" y="5883"/>
                    <a:pt x="477" y="7049"/>
                    <a:pt x="1346" y="7930"/>
                  </a:cubicBezTo>
                  <a:cubicBezTo>
                    <a:pt x="2227" y="8811"/>
                    <a:pt x="3394" y="9288"/>
                    <a:pt x="4644" y="9288"/>
                  </a:cubicBezTo>
                  <a:cubicBezTo>
                    <a:pt x="5894" y="9288"/>
                    <a:pt x="7049" y="8811"/>
                    <a:pt x="7930" y="7930"/>
                  </a:cubicBezTo>
                  <a:cubicBezTo>
                    <a:pt x="8811" y="7049"/>
                    <a:pt x="9287" y="5894"/>
                    <a:pt x="9287" y="4644"/>
                  </a:cubicBezTo>
                  <a:cubicBezTo>
                    <a:pt x="9287" y="3394"/>
                    <a:pt x="8811" y="2227"/>
                    <a:pt x="7930" y="1346"/>
                  </a:cubicBezTo>
                  <a:cubicBezTo>
                    <a:pt x="7049" y="477"/>
                    <a:pt x="5894" y="1"/>
                    <a:pt x="46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1806954" y="1677980"/>
              <a:ext cx="17441" cy="10630"/>
            </a:xfrm>
            <a:custGeom>
              <a:rect b="b" l="l" r="r" t="t"/>
              <a:pathLst>
                <a:path extrusionOk="0" h="334" w="548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381" y="334"/>
                  </a:lnTo>
                  <a:cubicBezTo>
                    <a:pt x="476" y="334"/>
                    <a:pt x="548" y="251"/>
                    <a:pt x="548" y="167"/>
                  </a:cubicBezTo>
                  <a:cubicBezTo>
                    <a:pt x="548" y="72"/>
                    <a:pt x="476" y="1"/>
                    <a:pt x="3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1924429" y="1560122"/>
              <a:ext cx="128106" cy="128488"/>
            </a:xfrm>
            <a:custGeom>
              <a:rect b="b" l="l" r="r" t="t"/>
              <a:pathLst>
                <a:path extrusionOk="0" h="4037" w="4025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3870"/>
                  </a:lnTo>
                  <a:cubicBezTo>
                    <a:pt x="0" y="3954"/>
                    <a:pt x="72" y="4037"/>
                    <a:pt x="155" y="4037"/>
                  </a:cubicBezTo>
                  <a:lnTo>
                    <a:pt x="3870" y="4037"/>
                  </a:lnTo>
                  <a:cubicBezTo>
                    <a:pt x="3953" y="4037"/>
                    <a:pt x="4024" y="3954"/>
                    <a:pt x="4024" y="3870"/>
                  </a:cubicBezTo>
                  <a:cubicBezTo>
                    <a:pt x="4024" y="3775"/>
                    <a:pt x="3953" y="3704"/>
                    <a:pt x="3870" y="3704"/>
                  </a:cubicBezTo>
                  <a:lnTo>
                    <a:pt x="322" y="3704"/>
                  </a:lnTo>
                  <a:lnTo>
                    <a:pt x="322" y="167"/>
                  </a:ln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1924811" y="1788644"/>
              <a:ext cx="10630" cy="17823"/>
            </a:xfrm>
            <a:custGeom>
              <a:rect b="b" l="l" r="r" t="t"/>
              <a:pathLst>
                <a:path extrusionOk="0" h="560" w="334">
                  <a:moveTo>
                    <a:pt x="167" y="0"/>
                  </a:moveTo>
                  <a:cubicBezTo>
                    <a:pt x="71" y="0"/>
                    <a:pt x="0" y="84"/>
                    <a:pt x="0" y="167"/>
                  </a:cubicBezTo>
                  <a:lnTo>
                    <a:pt x="0" y="393"/>
                  </a:lnTo>
                  <a:cubicBezTo>
                    <a:pt x="0" y="488"/>
                    <a:pt x="71" y="560"/>
                    <a:pt x="167" y="560"/>
                  </a:cubicBezTo>
                  <a:cubicBezTo>
                    <a:pt x="250" y="560"/>
                    <a:pt x="333" y="488"/>
                    <a:pt x="333" y="393"/>
                  </a:cubicBezTo>
                  <a:lnTo>
                    <a:pt x="333" y="167"/>
                  </a:lnTo>
                  <a:cubicBezTo>
                    <a:pt x="333" y="84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1841423" y="1594719"/>
              <a:ext cx="16328" cy="15086"/>
            </a:xfrm>
            <a:custGeom>
              <a:rect b="b" l="l" r="r" t="t"/>
              <a:pathLst>
                <a:path extrusionOk="0" h="474" w="513">
                  <a:moveTo>
                    <a:pt x="173" y="0"/>
                  </a:moveTo>
                  <a:cubicBezTo>
                    <a:pt x="132" y="0"/>
                    <a:pt x="90" y="15"/>
                    <a:pt x="60" y="45"/>
                  </a:cubicBezTo>
                  <a:cubicBezTo>
                    <a:pt x="1" y="104"/>
                    <a:pt x="1" y="212"/>
                    <a:pt x="60" y="259"/>
                  </a:cubicBezTo>
                  <a:lnTo>
                    <a:pt x="215" y="426"/>
                  </a:lnTo>
                  <a:cubicBezTo>
                    <a:pt x="239" y="462"/>
                    <a:pt x="286" y="474"/>
                    <a:pt x="334" y="474"/>
                  </a:cubicBezTo>
                  <a:cubicBezTo>
                    <a:pt x="370" y="474"/>
                    <a:pt x="405" y="462"/>
                    <a:pt x="453" y="426"/>
                  </a:cubicBezTo>
                  <a:cubicBezTo>
                    <a:pt x="513" y="366"/>
                    <a:pt x="513" y="259"/>
                    <a:pt x="453" y="212"/>
                  </a:cubicBezTo>
                  <a:lnTo>
                    <a:pt x="286" y="45"/>
                  </a:lnTo>
                  <a:cubicBezTo>
                    <a:pt x="257" y="15"/>
                    <a:pt x="215" y="0"/>
                    <a:pt x="17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002470" y="1756243"/>
              <a:ext cx="16709" cy="15755"/>
            </a:xfrm>
            <a:custGeom>
              <a:rect b="b" l="l" r="r" t="t"/>
              <a:pathLst>
                <a:path extrusionOk="0" h="495" w="525">
                  <a:moveTo>
                    <a:pt x="175" y="0"/>
                  </a:moveTo>
                  <a:cubicBezTo>
                    <a:pt x="132" y="0"/>
                    <a:pt x="90" y="18"/>
                    <a:pt x="60" y="54"/>
                  </a:cubicBezTo>
                  <a:cubicBezTo>
                    <a:pt x="1" y="113"/>
                    <a:pt x="1" y="221"/>
                    <a:pt x="60" y="280"/>
                  </a:cubicBezTo>
                  <a:lnTo>
                    <a:pt x="227" y="447"/>
                  </a:lnTo>
                  <a:cubicBezTo>
                    <a:pt x="251" y="471"/>
                    <a:pt x="298" y="494"/>
                    <a:pt x="346" y="494"/>
                  </a:cubicBezTo>
                  <a:cubicBezTo>
                    <a:pt x="394" y="494"/>
                    <a:pt x="418" y="471"/>
                    <a:pt x="465" y="447"/>
                  </a:cubicBezTo>
                  <a:cubicBezTo>
                    <a:pt x="525" y="387"/>
                    <a:pt x="525" y="280"/>
                    <a:pt x="465" y="221"/>
                  </a:cubicBezTo>
                  <a:lnTo>
                    <a:pt x="298" y="54"/>
                  </a:lnTo>
                  <a:cubicBezTo>
                    <a:pt x="263" y="18"/>
                    <a:pt x="218" y="0"/>
                    <a:pt x="17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2002470" y="1594719"/>
              <a:ext cx="16328" cy="15086"/>
            </a:xfrm>
            <a:custGeom>
              <a:rect b="b" l="l" r="r" t="t"/>
              <a:pathLst>
                <a:path extrusionOk="0" h="474" w="513">
                  <a:moveTo>
                    <a:pt x="340" y="0"/>
                  </a:moveTo>
                  <a:cubicBezTo>
                    <a:pt x="298" y="0"/>
                    <a:pt x="257" y="15"/>
                    <a:pt x="227" y="45"/>
                  </a:cubicBezTo>
                  <a:lnTo>
                    <a:pt x="60" y="212"/>
                  </a:lnTo>
                  <a:cubicBezTo>
                    <a:pt x="1" y="259"/>
                    <a:pt x="1" y="366"/>
                    <a:pt x="60" y="426"/>
                  </a:cubicBezTo>
                  <a:cubicBezTo>
                    <a:pt x="96" y="462"/>
                    <a:pt x="132" y="474"/>
                    <a:pt x="179" y="474"/>
                  </a:cubicBezTo>
                  <a:cubicBezTo>
                    <a:pt x="227" y="474"/>
                    <a:pt x="251" y="462"/>
                    <a:pt x="287" y="426"/>
                  </a:cubicBezTo>
                  <a:lnTo>
                    <a:pt x="453" y="259"/>
                  </a:lnTo>
                  <a:cubicBezTo>
                    <a:pt x="513" y="212"/>
                    <a:pt x="513" y="104"/>
                    <a:pt x="453" y="45"/>
                  </a:cubicBezTo>
                  <a:cubicBezTo>
                    <a:pt x="423" y="15"/>
                    <a:pt x="382" y="0"/>
                    <a:pt x="34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1841041" y="1756530"/>
              <a:ext cx="16709" cy="15468"/>
            </a:xfrm>
            <a:custGeom>
              <a:rect b="b" l="l" r="r" t="t"/>
              <a:pathLst>
                <a:path extrusionOk="0" h="486" w="525">
                  <a:moveTo>
                    <a:pt x="352" y="0"/>
                  </a:moveTo>
                  <a:cubicBezTo>
                    <a:pt x="310" y="0"/>
                    <a:pt x="269" y="15"/>
                    <a:pt x="239" y="45"/>
                  </a:cubicBezTo>
                  <a:lnTo>
                    <a:pt x="72" y="212"/>
                  </a:lnTo>
                  <a:cubicBezTo>
                    <a:pt x="1" y="271"/>
                    <a:pt x="1" y="354"/>
                    <a:pt x="60" y="438"/>
                  </a:cubicBezTo>
                  <a:cubicBezTo>
                    <a:pt x="84" y="462"/>
                    <a:pt x="132" y="485"/>
                    <a:pt x="179" y="485"/>
                  </a:cubicBezTo>
                  <a:cubicBezTo>
                    <a:pt x="227" y="485"/>
                    <a:pt x="251" y="462"/>
                    <a:pt x="298" y="438"/>
                  </a:cubicBezTo>
                  <a:lnTo>
                    <a:pt x="465" y="271"/>
                  </a:lnTo>
                  <a:cubicBezTo>
                    <a:pt x="525" y="212"/>
                    <a:pt x="525" y="104"/>
                    <a:pt x="465" y="45"/>
                  </a:cubicBezTo>
                  <a:cubicBezTo>
                    <a:pt x="435" y="15"/>
                    <a:pt x="394" y="0"/>
                    <a:pt x="35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1816025" y="1632084"/>
              <a:ext cx="17855" cy="13336"/>
            </a:xfrm>
            <a:custGeom>
              <a:rect b="b" l="l" r="r" t="t"/>
              <a:pathLst>
                <a:path extrusionOk="0" h="419" w="561">
                  <a:moveTo>
                    <a:pt x="173" y="0"/>
                  </a:moveTo>
                  <a:cubicBezTo>
                    <a:pt x="110" y="0"/>
                    <a:pt x="51" y="36"/>
                    <a:pt x="25" y="97"/>
                  </a:cubicBezTo>
                  <a:cubicBezTo>
                    <a:pt x="1" y="181"/>
                    <a:pt x="25" y="276"/>
                    <a:pt x="120" y="312"/>
                  </a:cubicBezTo>
                  <a:lnTo>
                    <a:pt x="322" y="395"/>
                  </a:lnTo>
                  <a:cubicBezTo>
                    <a:pt x="334" y="419"/>
                    <a:pt x="370" y="419"/>
                    <a:pt x="382" y="419"/>
                  </a:cubicBezTo>
                  <a:cubicBezTo>
                    <a:pt x="441" y="419"/>
                    <a:pt x="501" y="383"/>
                    <a:pt x="537" y="312"/>
                  </a:cubicBezTo>
                  <a:cubicBezTo>
                    <a:pt x="561" y="228"/>
                    <a:pt x="513" y="133"/>
                    <a:pt x="441" y="97"/>
                  </a:cubicBezTo>
                  <a:lnTo>
                    <a:pt x="239" y="14"/>
                  </a:lnTo>
                  <a:cubicBezTo>
                    <a:pt x="217" y="5"/>
                    <a:pt x="195" y="0"/>
                    <a:pt x="17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2026341" y="1721297"/>
              <a:ext cx="17855" cy="13177"/>
            </a:xfrm>
            <a:custGeom>
              <a:rect b="b" l="l" r="r" t="t"/>
              <a:pathLst>
                <a:path extrusionOk="0" h="414" w="561">
                  <a:moveTo>
                    <a:pt x="179" y="0"/>
                  </a:moveTo>
                  <a:cubicBezTo>
                    <a:pt x="114" y="0"/>
                    <a:pt x="52" y="31"/>
                    <a:pt x="25" y="104"/>
                  </a:cubicBezTo>
                  <a:cubicBezTo>
                    <a:pt x="1" y="176"/>
                    <a:pt x="25" y="283"/>
                    <a:pt x="120" y="307"/>
                  </a:cubicBezTo>
                  <a:lnTo>
                    <a:pt x="322" y="402"/>
                  </a:lnTo>
                  <a:cubicBezTo>
                    <a:pt x="334" y="414"/>
                    <a:pt x="370" y="414"/>
                    <a:pt x="382" y="414"/>
                  </a:cubicBezTo>
                  <a:cubicBezTo>
                    <a:pt x="441" y="414"/>
                    <a:pt x="501" y="378"/>
                    <a:pt x="537" y="307"/>
                  </a:cubicBezTo>
                  <a:cubicBezTo>
                    <a:pt x="560" y="235"/>
                    <a:pt x="537" y="128"/>
                    <a:pt x="441" y="104"/>
                  </a:cubicBezTo>
                  <a:lnTo>
                    <a:pt x="239" y="9"/>
                  </a:lnTo>
                  <a:cubicBezTo>
                    <a:pt x="219" y="3"/>
                    <a:pt x="199" y="0"/>
                    <a:pt x="1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1967619" y="1569702"/>
              <a:ext cx="14036" cy="16996"/>
            </a:xfrm>
            <a:custGeom>
              <a:rect b="b" l="l" r="r" t="t"/>
              <a:pathLst>
                <a:path extrusionOk="0" h="534" w="441">
                  <a:moveTo>
                    <a:pt x="267" y="1"/>
                  </a:moveTo>
                  <a:cubicBezTo>
                    <a:pt x="204" y="1"/>
                    <a:pt x="138" y="32"/>
                    <a:pt x="119" y="105"/>
                  </a:cubicBezTo>
                  <a:lnTo>
                    <a:pt x="24" y="307"/>
                  </a:lnTo>
                  <a:cubicBezTo>
                    <a:pt x="0" y="378"/>
                    <a:pt x="24" y="486"/>
                    <a:pt x="119" y="521"/>
                  </a:cubicBezTo>
                  <a:cubicBezTo>
                    <a:pt x="131" y="521"/>
                    <a:pt x="155" y="533"/>
                    <a:pt x="179" y="533"/>
                  </a:cubicBezTo>
                  <a:cubicBezTo>
                    <a:pt x="239" y="533"/>
                    <a:pt x="298" y="498"/>
                    <a:pt x="322" y="426"/>
                  </a:cubicBezTo>
                  <a:lnTo>
                    <a:pt x="417" y="224"/>
                  </a:lnTo>
                  <a:cubicBezTo>
                    <a:pt x="441" y="140"/>
                    <a:pt x="417" y="45"/>
                    <a:pt x="322" y="9"/>
                  </a:cubicBezTo>
                  <a:cubicBezTo>
                    <a:pt x="305" y="4"/>
                    <a:pt x="286" y="1"/>
                    <a:pt x="2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1877802" y="1780019"/>
              <a:ext cx="14450" cy="16996"/>
            </a:xfrm>
            <a:custGeom>
              <a:rect b="b" l="l" r="r" t="t"/>
              <a:pathLst>
                <a:path extrusionOk="0" h="534" w="454">
                  <a:moveTo>
                    <a:pt x="279" y="1"/>
                  </a:moveTo>
                  <a:cubicBezTo>
                    <a:pt x="216" y="1"/>
                    <a:pt x="147" y="32"/>
                    <a:pt x="120" y="105"/>
                  </a:cubicBezTo>
                  <a:lnTo>
                    <a:pt x="36" y="307"/>
                  </a:lnTo>
                  <a:cubicBezTo>
                    <a:pt x="1" y="378"/>
                    <a:pt x="48" y="486"/>
                    <a:pt x="120" y="509"/>
                  </a:cubicBezTo>
                  <a:cubicBezTo>
                    <a:pt x="144" y="533"/>
                    <a:pt x="167" y="533"/>
                    <a:pt x="179" y="533"/>
                  </a:cubicBezTo>
                  <a:cubicBezTo>
                    <a:pt x="239" y="533"/>
                    <a:pt x="298" y="497"/>
                    <a:pt x="334" y="426"/>
                  </a:cubicBezTo>
                  <a:lnTo>
                    <a:pt x="417" y="224"/>
                  </a:lnTo>
                  <a:cubicBezTo>
                    <a:pt x="453" y="140"/>
                    <a:pt x="417" y="45"/>
                    <a:pt x="334" y="9"/>
                  </a:cubicBezTo>
                  <a:cubicBezTo>
                    <a:pt x="317" y="4"/>
                    <a:pt x="298" y="1"/>
                    <a:pt x="2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1879711" y="1568652"/>
              <a:ext cx="14418" cy="16900"/>
            </a:xfrm>
            <a:custGeom>
              <a:rect b="b" l="l" r="r" t="t"/>
              <a:pathLst>
                <a:path extrusionOk="0" h="531" w="453">
                  <a:moveTo>
                    <a:pt x="169" y="0"/>
                  </a:moveTo>
                  <a:cubicBezTo>
                    <a:pt x="153" y="0"/>
                    <a:pt x="136" y="2"/>
                    <a:pt x="119" y="7"/>
                  </a:cubicBezTo>
                  <a:cubicBezTo>
                    <a:pt x="48" y="42"/>
                    <a:pt x="0" y="138"/>
                    <a:pt x="36" y="221"/>
                  </a:cubicBezTo>
                  <a:lnTo>
                    <a:pt x="119" y="423"/>
                  </a:lnTo>
                  <a:cubicBezTo>
                    <a:pt x="155" y="495"/>
                    <a:pt x="214" y="531"/>
                    <a:pt x="274" y="531"/>
                  </a:cubicBezTo>
                  <a:cubicBezTo>
                    <a:pt x="286" y="531"/>
                    <a:pt x="322" y="531"/>
                    <a:pt x="334" y="519"/>
                  </a:cubicBezTo>
                  <a:cubicBezTo>
                    <a:pt x="405" y="483"/>
                    <a:pt x="453" y="400"/>
                    <a:pt x="417" y="304"/>
                  </a:cubicBezTo>
                  <a:lnTo>
                    <a:pt x="334" y="102"/>
                  </a:lnTo>
                  <a:cubicBezTo>
                    <a:pt x="304" y="43"/>
                    <a:pt x="243" y="0"/>
                    <a:pt x="16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1965709" y="1780846"/>
              <a:ext cx="14068" cy="16900"/>
            </a:xfrm>
            <a:custGeom>
              <a:rect b="b" l="l" r="r" t="t"/>
              <a:pathLst>
                <a:path extrusionOk="0" h="531" w="442">
                  <a:moveTo>
                    <a:pt x="189" y="0"/>
                  </a:moveTo>
                  <a:cubicBezTo>
                    <a:pt x="166" y="0"/>
                    <a:pt x="143" y="6"/>
                    <a:pt x="120" y="19"/>
                  </a:cubicBezTo>
                  <a:cubicBezTo>
                    <a:pt x="37" y="43"/>
                    <a:pt x="1" y="138"/>
                    <a:pt x="25" y="221"/>
                  </a:cubicBezTo>
                  <a:lnTo>
                    <a:pt x="120" y="424"/>
                  </a:lnTo>
                  <a:cubicBezTo>
                    <a:pt x="144" y="483"/>
                    <a:pt x="203" y="531"/>
                    <a:pt x="263" y="531"/>
                  </a:cubicBezTo>
                  <a:cubicBezTo>
                    <a:pt x="275" y="531"/>
                    <a:pt x="310" y="531"/>
                    <a:pt x="322" y="519"/>
                  </a:cubicBezTo>
                  <a:cubicBezTo>
                    <a:pt x="394" y="483"/>
                    <a:pt x="441" y="400"/>
                    <a:pt x="418" y="305"/>
                  </a:cubicBezTo>
                  <a:lnTo>
                    <a:pt x="322" y="102"/>
                  </a:lnTo>
                  <a:cubicBezTo>
                    <a:pt x="305" y="42"/>
                    <a:pt x="250" y="0"/>
                    <a:pt x="18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2026723" y="1633644"/>
              <a:ext cx="17855" cy="13304"/>
            </a:xfrm>
            <a:custGeom>
              <a:rect b="b" l="l" r="r" t="t"/>
              <a:pathLst>
                <a:path extrusionOk="0" h="418" w="561">
                  <a:moveTo>
                    <a:pt x="387" y="0"/>
                  </a:moveTo>
                  <a:cubicBezTo>
                    <a:pt x="366" y="0"/>
                    <a:pt x="345" y="4"/>
                    <a:pt x="322" y="13"/>
                  </a:cubicBezTo>
                  <a:lnTo>
                    <a:pt x="120" y="96"/>
                  </a:lnTo>
                  <a:cubicBezTo>
                    <a:pt x="48" y="132"/>
                    <a:pt x="1" y="215"/>
                    <a:pt x="25" y="310"/>
                  </a:cubicBezTo>
                  <a:cubicBezTo>
                    <a:pt x="60" y="382"/>
                    <a:pt x="120" y="417"/>
                    <a:pt x="179" y="417"/>
                  </a:cubicBezTo>
                  <a:cubicBezTo>
                    <a:pt x="191" y="417"/>
                    <a:pt x="227" y="417"/>
                    <a:pt x="239" y="394"/>
                  </a:cubicBezTo>
                  <a:lnTo>
                    <a:pt x="441" y="310"/>
                  </a:lnTo>
                  <a:cubicBezTo>
                    <a:pt x="513" y="274"/>
                    <a:pt x="560" y="191"/>
                    <a:pt x="537" y="96"/>
                  </a:cubicBezTo>
                  <a:cubicBezTo>
                    <a:pt x="509" y="41"/>
                    <a:pt x="454" y="0"/>
                    <a:pt x="38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1814911" y="1719419"/>
              <a:ext cx="18205" cy="13177"/>
            </a:xfrm>
            <a:custGeom>
              <a:rect b="b" l="l" r="r" t="t"/>
              <a:pathLst>
                <a:path extrusionOk="0" h="414" w="572">
                  <a:moveTo>
                    <a:pt x="382" y="1"/>
                  </a:moveTo>
                  <a:cubicBezTo>
                    <a:pt x="365" y="1"/>
                    <a:pt x="348" y="3"/>
                    <a:pt x="334" y="8"/>
                  </a:cubicBezTo>
                  <a:lnTo>
                    <a:pt x="119" y="104"/>
                  </a:lnTo>
                  <a:cubicBezTo>
                    <a:pt x="48" y="127"/>
                    <a:pt x="0" y="223"/>
                    <a:pt x="36" y="306"/>
                  </a:cubicBezTo>
                  <a:cubicBezTo>
                    <a:pt x="60" y="366"/>
                    <a:pt x="119" y="413"/>
                    <a:pt x="179" y="413"/>
                  </a:cubicBezTo>
                  <a:cubicBezTo>
                    <a:pt x="191" y="413"/>
                    <a:pt x="226" y="413"/>
                    <a:pt x="238" y="389"/>
                  </a:cubicBezTo>
                  <a:lnTo>
                    <a:pt x="453" y="306"/>
                  </a:lnTo>
                  <a:cubicBezTo>
                    <a:pt x="524" y="270"/>
                    <a:pt x="572" y="187"/>
                    <a:pt x="536" y="92"/>
                  </a:cubicBezTo>
                  <a:cubicBezTo>
                    <a:pt x="517" y="35"/>
                    <a:pt x="446" y="1"/>
                    <a:pt x="3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" name="Google Shape;111;p14"/>
          <p:cNvGrpSpPr/>
          <p:nvPr/>
        </p:nvGrpSpPr>
        <p:grpSpPr>
          <a:xfrm>
            <a:off x="6128714" y="1520502"/>
            <a:ext cx="371777" cy="349434"/>
            <a:chOff x="6630539" y="2917502"/>
            <a:chExt cx="371777" cy="349434"/>
          </a:xfrm>
        </p:grpSpPr>
        <p:sp>
          <p:nvSpPr>
            <p:cNvPr id="112" name="Google Shape;112;p14"/>
            <p:cNvSpPr/>
            <p:nvPr/>
          </p:nvSpPr>
          <p:spPr>
            <a:xfrm>
              <a:off x="6689292" y="3043093"/>
              <a:ext cx="92109" cy="30586"/>
            </a:xfrm>
            <a:custGeom>
              <a:rect b="b" l="l" r="r" t="t"/>
              <a:pathLst>
                <a:path extrusionOk="0" h="961" w="2894">
                  <a:moveTo>
                    <a:pt x="1164" y="1"/>
                  </a:moveTo>
                  <a:cubicBezTo>
                    <a:pt x="816" y="1"/>
                    <a:pt x="501" y="36"/>
                    <a:pt x="298" y="67"/>
                  </a:cubicBezTo>
                  <a:cubicBezTo>
                    <a:pt x="119" y="91"/>
                    <a:pt x="0" y="246"/>
                    <a:pt x="0" y="401"/>
                  </a:cubicBezTo>
                  <a:lnTo>
                    <a:pt x="0" y="794"/>
                  </a:lnTo>
                  <a:cubicBezTo>
                    <a:pt x="0" y="877"/>
                    <a:pt x="72" y="960"/>
                    <a:pt x="155" y="960"/>
                  </a:cubicBezTo>
                  <a:cubicBezTo>
                    <a:pt x="250" y="960"/>
                    <a:pt x="322" y="877"/>
                    <a:pt x="322" y="794"/>
                  </a:cubicBezTo>
                  <a:lnTo>
                    <a:pt x="322" y="401"/>
                  </a:lnTo>
                  <a:cubicBezTo>
                    <a:pt x="322" y="401"/>
                    <a:pt x="322" y="389"/>
                    <a:pt x="334" y="389"/>
                  </a:cubicBezTo>
                  <a:cubicBezTo>
                    <a:pt x="511" y="361"/>
                    <a:pt x="812" y="318"/>
                    <a:pt x="1157" y="318"/>
                  </a:cubicBezTo>
                  <a:cubicBezTo>
                    <a:pt x="1253" y="318"/>
                    <a:pt x="1352" y="321"/>
                    <a:pt x="1453" y="329"/>
                  </a:cubicBezTo>
                  <a:cubicBezTo>
                    <a:pt x="1989" y="365"/>
                    <a:pt x="2382" y="496"/>
                    <a:pt x="2596" y="734"/>
                  </a:cubicBezTo>
                  <a:cubicBezTo>
                    <a:pt x="2626" y="764"/>
                    <a:pt x="2670" y="779"/>
                    <a:pt x="2715" y="779"/>
                  </a:cubicBezTo>
                  <a:cubicBezTo>
                    <a:pt x="2760" y="779"/>
                    <a:pt x="2804" y="764"/>
                    <a:pt x="2834" y="734"/>
                  </a:cubicBezTo>
                  <a:cubicBezTo>
                    <a:pt x="2894" y="675"/>
                    <a:pt x="2894" y="567"/>
                    <a:pt x="2834" y="508"/>
                  </a:cubicBezTo>
                  <a:cubicBezTo>
                    <a:pt x="2437" y="103"/>
                    <a:pt x="1753" y="1"/>
                    <a:pt x="116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6630539" y="2993315"/>
              <a:ext cx="208852" cy="273621"/>
            </a:xfrm>
            <a:custGeom>
              <a:rect b="b" l="l" r="r" t="t"/>
              <a:pathLst>
                <a:path extrusionOk="0" h="8597" w="6562">
                  <a:moveTo>
                    <a:pt x="5132" y="334"/>
                  </a:moveTo>
                  <a:lnTo>
                    <a:pt x="5132" y="1988"/>
                  </a:lnTo>
                  <a:cubicBezTo>
                    <a:pt x="5132" y="2239"/>
                    <a:pt x="5073" y="2477"/>
                    <a:pt x="4966" y="2703"/>
                  </a:cubicBezTo>
                  <a:cubicBezTo>
                    <a:pt x="4954" y="2727"/>
                    <a:pt x="4954" y="2739"/>
                    <a:pt x="4954" y="2774"/>
                  </a:cubicBezTo>
                  <a:lnTo>
                    <a:pt x="4954" y="3262"/>
                  </a:lnTo>
                  <a:cubicBezTo>
                    <a:pt x="4954" y="3727"/>
                    <a:pt x="4763" y="4155"/>
                    <a:pt x="4430" y="4465"/>
                  </a:cubicBezTo>
                  <a:cubicBezTo>
                    <a:pt x="4108" y="4765"/>
                    <a:pt x="3713" y="4920"/>
                    <a:pt x="3275" y="4920"/>
                  </a:cubicBezTo>
                  <a:cubicBezTo>
                    <a:pt x="3243" y="4920"/>
                    <a:pt x="3212" y="4919"/>
                    <a:pt x="3180" y="4917"/>
                  </a:cubicBezTo>
                  <a:cubicBezTo>
                    <a:pt x="2299" y="4882"/>
                    <a:pt x="1620" y="4120"/>
                    <a:pt x="1620" y="3215"/>
                  </a:cubicBezTo>
                  <a:lnTo>
                    <a:pt x="1620" y="2786"/>
                  </a:lnTo>
                  <a:cubicBezTo>
                    <a:pt x="1620" y="2762"/>
                    <a:pt x="1620" y="2739"/>
                    <a:pt x="1608" y="2715"/>
                  </a:cubicBezTo>
                  <a:cubicBezTo>
                    <a:pt x="1501" y="2489"/>
                    <a:pt x="1441" y="2239"/>
                    <a:pt x="1441" y="2000"/>
                  </a:cubicBezTo>
                  <a:lnTo>
                    <a:pt x="1441" y="1631"/>
                  </a:lnTo>
                  <a:cubicBezTo>
                    <a:pt x="1441" y="917"/>
                    <a:pt x="2025" y="334"/>
                    <a:pt x="2739" y="334"/>
                  </a:cubicBezTo>
                  <a:close/>
                  <a:moveTo>
                    <a:pt x="4204" y="5048"/>
                  </a:moveTo>
                  <a:lnTo>
                    <a:pt x="4204" y="5358"/>
                  </a:lnTo>
                  <a:lnTo>
                    <a:pt x="3287" y="6001"/>
                  </a:lnTo>
                  <a:lnTo>
                    <a:pt x="2358" y="5358"/>
                  </a:lnTo>
                  <a:lnTo>
                    <a:pt x="2358" y="5048"/>
                  </a:lnTo>
                  <a:cubicBezTo>
                    <a:pt x="2596" y="5179"/>
                    <a:pt x="2870" y="5263"/>
                    <a:pt x="3156" y="5275"/>
                  </a:cubicBezTo>
                  <a:lnTo>
                    <a:pt x="3287" y="5275"/>
                  </a:lnTo>
                  <a:cubicBezTo>
                    <a:pt x="3608" y="5275"/>
                    <a:pt x="3930" y="5203"/>
                    <a:pt x="4204" y="5048"/>
                  </a:cubicBezTo>
                  <a:close/>
                  <a:moveTo>
                    <a:pt x="2203" y="5668"/>
                  </a:moveTo>
                  <a:lnTo>
                    <a:pt x="3001" y="6227"/>
                  </a:lnTo>
                  <a:lnTo>
                    <a:pt x="2584" y="6656"/>
                  </a:lnTo>
                  <a:lnTo>
                    <a:pt x="2573" y="6656"/>
                  </a:lnTo>
                  <a:lnTo>
                    <a:pt x="2037" y="5858"/>
                  </a:lnTo>
                  <a:lnTo>
                    <a:pt x="2203" y="5668"/>
                  </a:lnTo>
                  <a:close/>
                  <a:moveTo>
                    <a:pt x="4359" y="5668"/>
                  </a:moveTo>
                  <a:lnTo>
                    <a:pt x="4525" y="5858"/>
                  </a:lnTo>
                  <a:lnTo>
                    <a:pt x="4001" y="6656"/>
                  </a:lnTo>
                  <a:lnTo>
                    <a:pt x="3989" y="6656"/>
                  </a:lnTo>
                  <a:lnTo>
                    <a:pt x="3549" y="6227"/>
                  </a:lnTo>
                  <a:lnTo>
                    <a:pt x="4359" y="5668"/>
                  </a:lnTo>
                  <a:close/>
                  <a:moveTo>
                    <a:pt x="2739" y="0"/>
                  </a:moveTo>
                  <a:cubicBezTo>
                    <a:pt x="1822" y="0"/>
                    <a:pt x="1096" y="738"/>
                    <a:pt x="1096" y="1643"/>
                  </a:cubicBezTo>
                  <a:lnTo>
                    <a:pt x="1096" y="2012"/>
                  </a:lnTo>
                  <a:cubicBezTo>
                    <a:pt x="1096" y="2298"/>
                    <a:pt x="1156" y="2584"/>
                    <a:pt x="1275" y="2846"/>
                  </a:cubicBezTo>
                  <a:lnTo>
                    <a:pt x="1275" y="3239"/>
                  </a:lnTo>
                  <a:cubicBezTo>
                    <a:pt x="1275" y="3870"/>
                    <a:pt x="1561" y="4453"/>
                    <a:pt x="2001" y="4822"/>
                  </a:cubicBezTo>
                  <a:lnTo>
                    <a:pt x="2001" y="5406"/>
                  </a:lnTo>
                  <a:lnTo>
                    <a:pt x="1692" y="5739"/>
                  </a:lnTo>
                  <a:cubicBezTo>
                    <a:pt x="1668" y="5763"/>
                    <a:pt x="1644" y="5822"/>
                    <a:pt x="1644" y="5870"/>
                  </a:cubicBezTo>
                  <a:lnTo>
                    <a:pt x="596" y="6251"/>
                  </a:lnTo>
                  <a:cubicBezTo>
                    <a:pt x="239" y="6394"/>
                    <a:pt x="1" y="6727"/>
                    <a:pt x="1" y="7108"/>
                  </a:cubicBezTo>
                  <a:lnTo>
                    <a:pt x="1" y="8418"/>
                  </a:lnTo>
                  <a:cubicBezTo>
                    <a:pt x="1" y="8501"/>
                    <a:pt x="72" y="8573"/>
                    <a:pt x="156" y="8573"/>
                  </a:cubicBezTo>
                  <a:cubicBezTo>
                    <a:pt x="251" y="8573"/>
                    <a:pt x="322" y="8501"/>
                    <a:pt x="322" y="8418"/>
                  </a:cubicBezTo>
                  <a:lnTo>
                    <a:pt x="322" y="7108"/>
                  </a:lnTo>
                  <a:cubicBezTo>
                    <a:pt x="322" y="6870"/>
                    <a:pt x="477" y="6656"/>
                    <a:pt x="691" y="6584"/>
                  </a:cubicBezTo>
                  <a:lnTo>
                    <a:pt x="1811" y="6179"/>
                  </a:lnTo>
                  <a:lnTo>
                    <a:pt x="2275" y="6882"/>
                  </a:lnTo>
                  <a:cubicBezTo>
                    <a:pt x="2334" y="6965"/>
                    <a:pt x="2418" y="7025"/>
                    <a:pt x="2525" y="7025"/>
                  </a:cubicBezTo>
                  <a:lnTo>
                    <a:pt x="2561" y="7025"/>
                  </a:lnTo>
                  <a:cubicBezTo>
                    <a:pt x="2644" y="7025"/>
                    <a:pt x="2739" y="7001"/>
                    <a:pt x="2811" y="6930"/>
                  </a:cubicBezTo>
                  <a:lnTo>
                    <a:pt x="3096" y="6644"/>
                  </a:lnTo>
                  <a:lnTo>
                    <a:pt x="3096" y="8430"/>
                  </a:lnTo>
                  <a:cubicBezTo>
                    <a:pt x="3096" y="8513"/>
                    <a:pt x="3168" y="8596"/>
                    <a:pt x="3251" y="8596"/>
                  </a:cubicBezTo>
                  <a:cubicBezTo>
                    <a:pt x="3346" y="8596"/>
                    <a:pt x="3418" y="8513"/>
                    <a:pt x="3418" y="8430"/>
                  </a:cubicBezTo>
                  <a:lnTo>
                    <a:pt x="3418" y="6644"/>
                  </a:lnTo>
                  <a:lnTo>
                    <a:pt x="3704" y="6930"/>
                  </a:lnTo>
                  <a:cubicBezTo>
                    <a:pt x="3763" y="6989"/>
                    <a:pt x="3870" y="7025"/>
                    <a:pt x="3954" y="7025"/>
                  </a:cubicBezTo>
                  <a:lnTo>
                    <a:pt x="3989" y="7025"/>
                  </a:lnTo>
                  <a:cubicBezTo>
                    <a:pt x="4085" y="7013"/>
                    <a:pt x="4180" y="6953"/>
                    <a:pt x="4239" y="6882"/>
                  </a:cubicBezTo>
                  <a:lnTo>
                    <a:pt x="4704" y="6179"/>
                  </a:lnTo>
                  <a:lnTo>
                    <a:pt x="5811" y="6584"/>
                  </a:lnTo>
                  <a:cubicBezTo>
                    <a:pt x="6037" y="6656"/>
                    <a:pt x="6192" y="6882"/>
                    <a:pt x="6192" y="7108"/>
                  </a:cubicBezTo>
                  <a:lnTo>
                    <a:pt x="6192" y="8418"/>
                  </a:lnTo>
                  <a:cubicBezTo>
                    <a:pt x="6192" y="8501"/>
                    <a:pt x="6264" y="8573"/>
                    <a:pt x="6347" y="8573"/>
                  </a:cubicBezTo>
                  <a:cubicBezTo>
                    <a:pt x="6442" y="8573"/>
                    <a:pt x="6514" y="8501"/>
                    <a:pt x="6514" y="8418"/>
                  </a:cubicBezTo>
                  <a:lnTo>
                    <a:pt x="6514" y="7108"/>
                  </a:lnTo>
                  <a:cubicBezTo>
                    <a:pt x="6561" y="6703"/>
                    <a:pt x="6323" y="6370"/>
                    <a:pt x="5966" y="6239"/>
                  </a:cubicBezTo>
                  <a:lnTo>
                    <a:pt x="4906" y="5858"/>
                  </a:lnTo>
                  <a:cubicBezTo>
                    <a:pt x="4906" y="5810"/>
                    <a:pt x="4894" y="5763"/>
                    <a:pt x="4859" y="5715"/>
                  </a:cubicBezTo>
                  <a:lnTo>
                    <a:pt x="4549" y="5394"/>
                  </a:lnTo>
                  <a:lnTo>
                    <a:pt x="4549" y="4822"/>
                  </a:lnTo>
                  <a:cubicBezTo>
                    <a:pt x="4585" y="4798"/>
                    <a:pt x="4609" y="4763"/>
                    <a:pt x="4656" y="4739"/>
                  </a:cubicBezTo>
                  <a:cubicBezTo>
                    <a:pt x="5061" y="4370"/>
                    <a:pt x="5275" y="3822"/>
                    <a:pt x="5275" y="3274"/>
                  </a:cubicBezTo>
                  <a:lnTo>
                    <a:pt x="5275" y="2834"/>
                  </a:lnTo>
                  <a:cubicBezTo>
                    <a:pt x="5394" y="2560"/>
                    <a:pt x="5454" y="2286"/>
                    <a:pt x="5454" y="2000"/>
                  </a:cubicBezTo>
                  <a:lnTo>
                    <a:pt x="5454" y="167"/>
                  </a:lnTo>
                  <a:cubicBezTo>
                    <a:pt x="5454" y="83"/>
                    <a:pt x="5382" y="0"/>
                    <a:pt x="52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6665804" y="3232053"/>
              <a:ext cx="10630" cy="33737"/>
            </a:xfrm>
            <a:custGeom>
              <a:rect b="b" l="l" r="r" t="t"/>
              <a:pathLst>
                <a:path extrusionOk="0" h="1060" w="334">
                  <a:moveTo>
                    <a:pt x="167" y="0"/>
                  </a:moveTo>
                  <a:cubicBezTo>
                    <a:pt x="83" y="0"/>
                    <a:pt x="0" y="83"/>
                    <a:pt x="0" y="167"/>
                  </a:cubicBezTo>
                  <a:lnTo>
                    <a:pt x="0" y="893"/>
                  </a:lnTo>
                  <a:cubicBezTo>
                    <a:pt x="0" y="988"/>
                    <a:pt x="83" y="1060"/>
                    <a:pt x="167" y="1060"/>
                  </a:cubicBezTo>
                  <a:cubicBezTo>
                    <a:pt x="262" y="1060"/>
                    <a:pt x="333" y="988"/>
                    <a:pt x="333" y="893"/>
                  </a:cubicBezTo>
                  <a:lnTo>
                    <a:pt x="333" y="167"/>
                  </a:lnTo>
                  <a:cubicBezTo>
                    <a:pt x="333" y="83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6793877" y="3232053"/>
              <a:ext cx="10248" cy="33737"/>
            </a:xfrm>
            <a:custGeom>
              <a:rect b="b" l="l" r="r" t="t"/>
              <a:pathLst>
                <a:path extrusionOk="0" h="1060" w="322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lnTo>
                    <a:pt x="0" y="893"/>
                  </a:lnTo>
                  <a:cubicBezTo>
                    <a:pt x="0" y="988"/>
                    <a:pt x="72" y="1060"/>
                    <a:pt x="167" y="1060"/>
                  </a:cubicBezTo>
                  <a:cubicBezTo>
                    <a:pt x="250" y="1060"/>
                    <a:pt x="322" y="988"/>
                    <a:pt x="322" y="893"/>
                  </a:cubicBezTo>
                  <a:lnTo>
                    <a:pt x="322" y="167"/>
                  </a:lnTo>
                  <a:cubicBezTo>
                    <a:pt x="322" y="83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6828347" y="2952766"/>
              <a:ext cx="173969" cy="181162"/>
            </a:xfrm>
            <a:custGeom>
              <a:rect b="b" l="l" r="r" t="t"/>
              <a:pathLst>
                <a:path extrusionOk="0" h="5692" w="5466">
                  <a:moveTo>
                    <a:pt x="3847" y="0"/>
                  </a:moveTo>
                  <a:cubicBezTo>
                    <a:pt x="3751" y="0"/>
                    <a:pt x="3680" y="72"/>
                    <a:pt x="3680" y="167"/>
                  </a:cubicBezTo>
                  <a:cubicBezTo>
                    <a:pt x="3680" y="250"/>
                    <a:pt x="3751" y="322"/>
                    <a:pt x="3847" y="322"/>
                  </a:cubicBezTo>
                  <a:lnTo>
                    <a:pt x="4751" y="322"/>
                  </a:lnTo>
                  <a:cubicBezTo>
                    <a:pt x="4954" y="322"/>
                    <a:pt x="5121" y="488"/>
                    <a:pt x="5121" y="703"/>
                  </a:cubicBezTo>
                  <a:lnTo>
                    <a:pt x="5121" y="3643"/>
                  </a:lnTo>
                  <a:cubicBezTo>
                    <a:pt x="5121" y="3858"/>
                    <a:pt x="4954" y="4013"/>
                    <a:pt x="4751" y="4013"/>
                  </a:cubicBezTo>
                  <a:lnTo>
                    <a:pt x="2918" y="4013"/>
                  </a:lnTo>
                  <a:cubicBezTo>
                    <a:pt x="2894" y="4013"/>
                    <a:pt x="2846" y="4036"/>
                    <a:pt x="2811" y="4048"/>
                  </a:cubicBezTo>
                  <a:lnTo>
                    <a:pt x="1180" y="5239"/>
                  </a:lnTo>
                  <a:lnTo>
                    <a:pt x="1180" y="5239"/>
                  </a:lnTo>
                  <a:lnTo>
                    <a:pt x="1430" y="4227"/>
                  </a:lnTo>
                  <a:cubicBezTo>
                    <a:pt x="1442" y="4179"/>
                    <a:pt x="1430" y="4120"/>
                    <a:pt x="1406" y="4072"/>
                  </a:cubicBezTo>
                  <a:cubicBezTo>
                    <a:pt x="1370" y="4036"/>
                    <a:pt x="1311" y="4013"/>
                    <a:pt x="1263" y="4013"/>
                  </a:cubicBezTo>
                  <a:lnTo>
                    <a:pt x="715" y="4013"/>
                  </a:lnTo>
                  <a:cubicBezTo>
                    <a:pt x="513" y="4013"/>
                    <a:pt x="346" y="3858"/>
                    <a:pt x="346" y="3643"/>
                  </a:cubicBezTo>
                  <a:lnTo>
                    <a:pt x="346" y="715"/>
                  </a:lnTo>
                  <a:cubicBezTo>
                    <a:pt x="346" y="500"/>
                    <a:pt x="513" y="345"/>
                    <a:pt x="715" y="345"/>
                  </a:cubicBezTo>
                  <a:lnTo>
                    <a:pt x="1620" y="345"/>
                  </a:lnTo>
                  <a:cubicBezTo>
                    <a:pt x="1715" y="345"/>
                    <a:pt x="1787" y="262"/>
                    <a:pt x="1787" y="179"/>
                  </a:cubicBezTo>
                  <a:cubicBezTo>
                    <a:pt x="1787" y="84"/>
                    <a:pt x="1715" y="12"/>
                    <a:pt x="1620" y="12"/>
                  </a:cubicBezTo>
                  <a:lnTo>
                    <a:pt x="715" y="12"/>
                  </a:lnTo>
                  <a:cubicBezTo>
                    <a:pt x="310" y="12"/>
                    <a:pt x="1" y="345"/>
                    <a:pt x="1" y="726"/>
                  </a:cubicBezTo>
                  <a:lnTo>
                    <a:pt x="1" y="3643"/>
                  </a:lnTo>
                  <a:cubicBezTo>
                    <a:pt x="1" y="4048"/>
                    <a:pt x="334" y="4358"/>
                    <a:pt x="715" y="4358"/>
                  </a:cubicBezTo>
                  <a:lnTo>
                    <a:pt x="1049" y="4358"/>
                  </a:lnTo>
                  <a:lnTo>
                    <a:pt x="787" y="5370"/>
                  </a:lnTo>
                  <a:cubicBezTo>
                    <a:pt x="763" y="5477"/>
                    <a:pt x="811" y="5596"/>
                    <a:pt x="894" y="5656"/>
                  </a:cubicBezTo>
                  <a:cubicBezTo>
                    <a:pt x="941" y="5679"/>
                    <a:pt x="989" y="5691"/>
                    <a:pt x="1049" y="5691"/>
                  </a:cubicBezTo>
                  <a:cubicBezTo>
                    <a:pt x="1108" y="5691"/>
                    <a:pt x="1144" y="5679"/>
                    <a:pt x="1192" y="5656"/>
                  </a:cubicBezTo>
                  <a:lnTo>
                    <a:pt x="2954" y="4370"/>
                  </a:lnTo>
                  <a:lnTo>
                    <a:pt x="4716" y="4370"/>
                  </a:lnTo>
                  <a:cubicBezTo>
                    <a:pt x="5121" y="4370"/>
                    <a:pt x="5430" y="4048"/>
                    <a:pt x="5430" y="3655"/>
                  </a:cubicBezTo>
                  <a:lnTo>
                    <a:pt x="5430" y="726"/>
                  </a:lnTo>
                  <a:cubicBezTo>
                    <a:pt x="5466" y="322"/>
                    <a:pt x="5132" y="0"/>
                    <a:pt x="475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6898463" y="2917502"/>
              <a:ext cx="34151" cy="104999"/>
            </a:xfrm>
            <a:custGeom>
              <a:rect b="b" l="l" r="r" t="t"/>
              <a:pathLst>
                <a:path extrusionOk="0" h="3299" w="1073">
                  <a:moveTo>
                    <a:pt x="715" y="346"/>
                  </a:moveTo>
                  <a:lnTo>
                    <a:pt x="548" y="2930"/>
                  </a:lnTo>
                  <a:lnTo>
                    <a:pt x="513" y="2930"/>
                  </a:lnTo>
                  <a:lnTo>
                    <a:pt x="346" y="346"/>
                  </a:lnTo>
                  <a:close/>
                  <a:moveTo>
                    <a:pt x="167" y="1"/>
                  </a:moveTo>
                  <a:cubicBezTo>
                    <a:pt x="120" y="1"/>
                    <a:pt x="72" y="25"/>
                    <a:pt x="48" y="60"/>
                  </a:cubicBezTo>
                  <a:cubicBezTo>
                    <a:pt x="12" y="96"/>
                    <a:pt x="1" y="144"/>
                    <a:pt x="1" y="203"/>
                  </a:cubicBezTo>
                  <a:lnTo>
                    <a:pt x="179" y="3132"/>
                  </a:lnTo>
                  <a:cubicBezTo>
                    <a:pt x="179" y="3216"/>
                    <a:pt x="251" y="3299"/>
                    <a:pt x="346" y="3299"/>
                  </a:cubicBezTo>
                  <a:lnTo>
                    <a:pt x="715" y="3299"/>
                  </a:lnTo>
                  <a:cubicBezTo>
                    <a:pt x="798" y="3299"/>
                    <a:pt x="882" y="3216"/>
                    <a:pt x="882" y="3132"/>
                  </a:cubicBezTo>
                  <a:lnTo>
                    <a:pt x="1060" y="203"/>
                  </a:lnTo>
                  <a:cubicBezTo>
                    <a:pt x="1072" y="144"/>
                    <a:pt x="1048" y="96"/>
                    <a:pt x="1013" y="60"/>
                  </a:cubicBezTo>
                  <a:cubicBezTo>
                    <a:pt x="989" y="37"/>
                    <a:pt x="941" y="1"/>
                    <a:pt x="89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6898081" y="3028548"/>
              <a:ext cx="34151" cy="34119"/>
            </a:xfrm>
            <a:custGeom>
              <a:rect b="b" l="l" r="r" t="t"/>
              <a:pathLst>
                <a:path extrusionOk="0" h="1072" w="1073">
                  <a:moveTo>
                    <a:pt x="536" y="346"/>
                  </a:moveTo>
                  <a:cubicBezTo>
                    <a:pt x="644" y="346"/>
                    <a:pt x="727" y="429"/>
                    <a:pt x="727" y="536"/>
                  </a:cubicBezTo>
                  <a:cubicBezTo>
                    <a:pt x="727" y="631"/>
                    <a:pt x="655" y="727"/>
                    <a:pt x="536" y="727"/>
                  </a:cubicBezTo>
                  <a:cubicBezTo>
                    <a:pt x="429" y="727"/>
                    <a:pt x="346" y="631"/>
                    <a:pt x="346" y="536"/>
                  </a:cubicBezTo>
                  <a:cubicBezTo>
                    <a:pt x="346" y="429"/>
                    <a:pt x="429" y="346"/>
                    <a:pt x="536" y="346"/>
                  </a:cubicBezTo>
                  <a:close/>
                  <a:moveTo>
                    <a:pt x="536" y="0"/>
                  </a:moveTo>
                  <a:cubicBezTo>
                    <a:pt x="239" y="0"/>
                    <a:pt x="1" y="239"/>
                    <a:pt x="1" y="536"/>
                  </a:cubicBezTo>
                  <a:cubicBezTo>
                    <a:pt x="1" y="834"/>
                    <a:pt x="239" y="1072"/>
                    <a:pt x="536" y="1072"/>
                  </a:cubicBezTo>
                  <a:cubicBezTo>
                    <a:pt x="834" y="1072"/>
                    <a:pt x="1072" y="834"/>
                    <a:pt x="1072" y="536"/>
                  </a:cubicBezTo>
                  <a:cubicBezTo>
                    <a:pt x="1072" y="239"/>
                    <a:pt x="834" y="0"/>
                    <a:pt x="53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4"/>
          <p:cNvSpPr txBox="1"/>
          <p:nvPr>
            <p:ph idx="1" type="body"/>
          </p:nvPr>
        </p:nvSpPr>
        <p:spPr>
          <a:xfrm>
            <a:off x="896975" y="3165275"/>
            <a:ext cx="2865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Spend too much time in</a:t>
            </a:r>
            <a:endParaRPr sz="15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Choosing restaurants 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Deciding the order of visits </a:t>
            </a:r>
            <a:endParaRPr sz="1100"/>
          </a:p>
        </p:txBody>
      </p:sp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5127050" y="3206450"/>
            <a:ext cx="2865600" cy="10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Current map only shows nearby places and restaurants</a:t>
            </a:r>
            <a:r>
              <a:rPr lang="en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title"/>
          </p:nvPr>
        </p:nvSpPr>
        <p:spPr>
          <a:xfrm>
            <a:off x="420625" y="305850"/>
            <a:ext cx="822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2641100" y="1359925"/>
            <a:ext cx="6869100" cy="2502000"/>
          </a:xfrm>
          <a:prstGeom prst="round2DiagRect">
            <a:avLst>
              <a:gd fmla="val 13828" name="adj1"/>
              <a:gd fmla="val 0" name="adj2"/>
            </a:avLst>
          </a:prstGeom>
          <a:solidFill>
            <a:srgbClr val="EDF9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2640000" dist="5715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054350" y="1760600"/>
            <a:ext cx="5374800" cy="16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A2A6B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r>
              <a:rPr lang="en" sz="2500">
                <a:solidFill>
                  <a:srgbClr val="0A2A6B"/>
                </a:solidFill>
                <a:latin typeface="Work Sans"/>
                <a:ea typeface="Work Sans"/>
                <a:cs typeface="Work Sans"/>
                <a:sym typeface="Work Sans"/>
              </a:rPr>
              <a:t>We aim to build a system that, given a user’s location, time window, preferences, and any fixed stops, creates a realistic day plan</a:t>
            </a:r>
            <a:r>
              <a:rPr lang="en" sz="2500">
                <a:solidFill>
                  <a:srgbClr val="0A2A6B"/>
                </a:solidFill>
                <a:latin typeface="Work Sans"/>
                <a:ea typeface="Work Sans"/>
                <a:cs typeface="Work Sans"/>
                <a:sym typeface="Work Sans"/>
              </a:rPr>
              <a:t>”</a:t>
            </a:r>
            <a:endParaRPr sz="2500">
              <a:solidFill>
                <a:srgbClr val="0A2A6B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28" name="Google Shape;128;p15"/>
          <p:cNvGrpSpPr/>
          <p:nvPr/>
        </p:nvGrpSpPr>
        <p:grpSpPr>
          <a:xfrm>
            <a:off x="644976" y="2564116"/>
            <a:ext cx="2203000" cy="2662850"/>
            <a:chOff x="644976" y="2564116"/>
            <a:chExt cx="2203000" cy="2662850"/>
          </a:xfrm>
        </p:grpSpPr>
        <p:sp>
          <p:nvSpPr>
            <p:cNvPr id="129" name="Google Shape;129;p15"/>
            <p:cNvSpPr/>
            <p:nvPr/>
          </p:nvSpPr>
          <p:spPr>
            <a:xfrm>
              <a:off x="644976" y="2564116"/>
              <a:ext cx="2203000" cy="2662850"/>
            </a:xfrm>
            <a:custGeom>
              <a:rect b="b" l="l" r="r" t="t"/>
              <a:pathLst>
                <a:path extrusionOk="0" h="106514" w="88120">
                  <a:moveTo>
                    <a:pt x="18401" y="13843"/>
                  </a:moveTo>
                  <a:cubicBezTo>
                    <a:pt x="16052" y="19177"/>
                    <a:pt x="10686" y="32956"/>
                    <a:pt x="7733" y="40322"/>
                  </a:cubicBezTo>
                  <a:cubicBezTo>
                    <a:pt x="4780" y="47688"/>
                    <a:pt x="1542" y="53308"/>
                    <a:pt x="685" y="58039"/>
                  </a:cubicBezTo>
                  <a:cubicBezTo>
                    <a:pt x="-172" y="62770"/>
                    <a:pt x="2114" y="65945"/>
                    <a:pt x="2590" y="68707"/>
                  </a:cubicBezTo>
                  <a:cubicBezTo>
                    <a:pt x="3066" y="71469"/>
                    <a:pt x="3796" y="70707"/>
                    <a:pt x="3542" y="74612"/>
                  </a:cubicBezTo>
                  <a:cubicBezTo>
                    <a:pt x="3288" y="78517"/>
                    <a:pt x="1542" y="87312"/>
                    <a:pt x="1066" y="92138"/>
                  </a:cubicBezTo>
                  <a:cubicBezTo>
                    <a:pt x="590" y="96964"/>
                    <a:pt x="399" y="101314"/>
                    <a:pt x="685" y="103568"/>
                  </a:cubicBezTo>
                  <a:cubicBezTo>
                    <a:pt x="971" y="105822"/>
                    <a:pt x="-1982" y="105188"/>
                    <a:pt x="2780" y="105664"/>
                  </a:cubicBezTo>
                  <a:cubicBezTo>
                    <a:pt x="7543" y="106140"/>
                    <a:pt x="18497" y="106426"/>
                    <a:pt x="29260" y="106426"/>
                  </a:cubicBezTo>
                  <a:cubicBezTo>
                    <a:pt x="40023" y="106426"/>
                    <a:pt x="60375" y="106775"/>
                    <a:pt x="67360" y="105664"/>
                  </a:cubicBezTo>
                  <a:cubicBezTo>
                    <a:pt x="74345" y="104553"/>
                    <a:pt x="68789" y="105600"/>
                    <a:pt x="71170" y="99758"/>
                  </a:cubicBezTo>
                  <a:cubicBezTo>
                    <a:pt x="73551" y="93916"/>
                    <a:pt x="80060" y="76232"/>
                    <a:pt x="81647" y="70612"/>
                  </a:cubicBezTo>
                  <a:cubicBezTo>
                    <a:pt x="83235" y="64992"/>
                    <a:pt x="81171" y="66897"/>
                    <a:pt x="80695" y="66040"/>
                  </a:cubicBezTo>
                  <a:cubicBezTo>
                    <a:pt x="80219" y="65183"/>
                    <a:pt x="78790" y="68580"/>
                    <a:pt x="78790" y="65468"/>
                  </a:cubicBezTo>
                  <a:cubicBezTo>
                    <a:pt x="78790" y="62357"/>
                    <a:pt x="79901" y="51054"/>
                    <a:pt x="80695" y="47371"/>
                  </a:cubicBezTo>
                  <a:cubicBezTo>
                    <a:pt x="81489" y="43688"/>
                    <a:pt x="82377" y="44735"/>
                    <a:pt x="83552" y="43370"/>
                  </a:cubicBezTo>
                  <a:cubicBezTo>
                    <a:pt x="84727" y="42005"/>
                    <a:pt x="87140" y="41243"/>
                    <a:pt x="87743" y="39179"/>
                  </a:cubicBezTo>
                  <a:cubicBezTo>
                    <a:pt x="88346" y="37115"/>
                    <a:pt x="88220" y="32830"/>
                    <a:pt x="87172" y="30988"/>
                  </a:cubicBezTo>
                  <a:cubicBezTo>
                    <a:pt x="86124" y="29147"/>
                    <a:pt x="82568" y="30099"/>
                    <a:pt x="81457" y="28130"/>
                  </a:cubicBezTo>
                  <a:cubicBezTo>
                    <a:pt x="80346" y="26162"/>
                    <a:pt x="80980" y="20892"/>
                    <a:pt x="80504" y="19177"/>
                  </a:cubicBezTo>
                  <a:cubicBezTo>
                    <a:pt x="80028" y="17463"/>
                    <a:pt x="79520" y="17430"/>
                    <a:pt x="78599" y="17843"/>
                  </a:cubicBezTo>
                  <a:cubicBezTo>
                    <a:pt x="77678" y="18256"/>
                    <a:pt x="75837" y="19526"/>
                    <a:pt x="74980" y="21653"/>
                  </a:cubicBezTo>
                  <a:cubicBezTo>
                    <a:pt x="74123" y="23780"/>
                    <a:pt x="74155" y="28194"/>
                    <a:pt x="73456" y="30607"/>
                  </a:cubicBezTo>
                  <a:cubicBezTo>
                    <a:pt x="72758" y="33020"/>
                    <a:pt x="71297" y="33972"/>
                    <a:pt x="70789" y="36131"/>
                  </a:cubicBezTo>
                  <a:cubicBezTo>
                    <a:pt x="70281" y="38290"/>
                    <a:pt x="70916" y="39846"/>
                    <a:pt x="70408" y="43561"/>
                  </a:cubicBezTo>
                  <a:cubicBezTo>
                    <a:pt x="69900" y="47276"/>
                    <a:pt x="68440" y="55340"/>
                    <a:pt x="67741" y="58420"/>
                  </a:cubicBezTo>
                  <a:cubicBezTo>
                    <a:pt x="67043" y="61500"/>
                    <a:pt x="66757" y="62103"/>
                    <a:pt x="66217" y="62039"/>
                  </a:cubicBezTo>
                  <a:cubicBezTo>
                    <a:pt x="65677" y="61976"/>
                    <a:pt x="65137" y="59309"/>
                    <a:pt x="64502" y="58039"/>
                  </a:cubicBezTo>
                  <a:cubicBezTo>
                    <a:pt x="63867" y="56769"/>
                    <a:pt x="63391" y="55499"/>
                    <a:pt x="62407" y="54419"/>
                  </a:cubicBezTo>
                  <a:cubicBezTo>
                    <a:pt x="61423" y="53340"/>
                    <a:pt x="60915" y="53086"/>
                    <a:pt x="58597" y="51562"/>
                  </a:cubicBezTo>
                  <a:cubicBezTo>
                    <a:pt x="56279" y="50038"/>
                    <a:pt x="50596" y="46609"/>
                    <a:pt x="48500" y="45275"/>
                  </a:cubicBezTo>
                  <a:cubicBezTo>
                    <a:pt x="46405" y="43942"/>
                    <a:pt x="46056" y="44037"/>
                    <a:pt x="46024" y="43561"/>
                  </a:cubicBezTo>
                  <a:cubicBezTo>
                    <a:pt x="45992" y="43085"/>
                    <a:pt x="47294" y="42799"/>
                    <a:pt x="48310" y="42418"/>
                  </a:cubicBezTo>
                  <a:cubicBezTo>
                    <a:pt x="49326" y="42037"/>
                    <a:pt x="51072" y="41624"/>
                    <a:pt x="52120" y="41275"/>
                  </a:cubicBezTo>
                  <a:cubicBezTo>
                    <a:pt x="53168" y="40926"/>
                    <a:pt x="53802" y="40862"/>
                    <a:pt x="54596" y="40322"/>
                  </a:cubicBezTo>
                  <a:cubicBezTo>
                    <a:pt x="55390" y="39782"/>
                    <a:pt x="56438" y="39433"/>
                    <a:pt x="56882" y="38036"/>
                  </a:cubicBezTo>
                  <a:cubicBezTo>
                    <a:pt x="57327" y="36639"/>
                    <a:pt x="56723" y="33655"/>
                    <a:pt x="57263" y="31940"/>
                  </a:cubicBezTo>
                  <a:cubicBezTo>
                    <a:pt x="57803" y="30226"/>
                    <a:pt x="59804" y="28892"/>
                    <a:pt x="60121" y="27749"/>
                  </a:cubicBezTo>
                  <a:cubicBezTo>
                    <a:pt x="60439" y="26606"/>
                    <a:pt x="59676" y="25844"/>
                    <a:pt x="59168" y="25082"/>
                  </a:cubicBezTo>
                  <a:cubicBezTo>
                    <a:pt x="58660" y="24320"/>
                    <a:pt x="57581" y="24384"/>
                    <a:pt x="57073" y="23177"/>
                  </a:cubicBezTo>
                  <a:cubicBezTo>
                    <a:pt x="56565" y="21971"/>
                    <a:pt x="55993" y="19526"/>
                    <a:pt x="56120" y="17843"/>
                  </a:cubicBezTo>
                  <a:cubicBezTo>
                    <a:pt x="56247" y="16160"/>
                    <a:pt x="57486" y="14764"/>
                    <a:pt x="57835" y="13081"/>
                  </a:cubicBezTo>
                  <a:cubicBezTo>
                    <a:pt x="58184" y="11398"/>
                    <a:pt x="58470" y="9335"/>
                    <a:pt x="58216" y="7747"/>
                  </a:cubicBezTo>
                  <a:cubicBezTo>
                    <a:pt x="57962" y="6160"/>
                    <a:pt x="57708" y="4794"/>
                    <a:pt x="56311" y="3556"/>
                  </a:cubicBezTo>
                  <a:cubicBezTo>
                    <a:pt x="54914" y="2318"/>
                    <a:pt x="53136" y="825"/>
                    <a:pt x="49834" y="317"/>
                  </a:cubicBezTo>
                  <a:cubicBezTo>
                    <a:pt x="46532" y="-191"/>
                    <a:pt x="39928" y="64"/>
                    <a:pt x="36499" y="508"/>
                  </a:cubicBezTo>
                  <a:cubicBezTo>
                    <a:pt x="33070" y="953"/>
                    <a:pt x="31705" y="1682"/>
                    <a:pt x="29260" y="2984"/>
                  </a:cubicBezTo>
                  <a:cubicBezTo>
                    <a:pt x="26815" y="4286"/>
                    <a:pt x="23640" y="6508"/>
                    <a:pt x="21830" y="8318"/>
                  </a:cubicBezTo>
                  <a:cubicBezTo>
                    <a:pt x="20020" y="10128"/>
                    <a:pt x="20751" y="8509"/>
                    <a:pt x="18401" y="138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71438" rotWithShape="0" algn="bl" dir="2640000" dist="57150">
                <a:srgbClr val="000000">
                  <a:alpha val="15000"/>
                </a:srgbClr>
              </a:outerShdw>
            </a:effectLst>
          </p:spPr>
        </p:sp>
        <p:grpSp>
          <p:nvGrpSpPr>
            <p:cNvPr id="130" name="Google Shape;130;p15"/>
            <p:cNvGrpSpPr/>
            <p:nvPr/>
          </p:nvGrpSpPr>
          <p:grpSpPr>
            <a:xfrm>
              <a:off x="715109" y="2623175"/>
              <a:ext cx="2096600" cy="2520201"/>
              <a:chOff x="884300" y="2623250"/>
              <a:chExt cx="1430150" cy="1719100"/>
            </a:xfrm>
          </p:grpSpPr>
          <p:sp>
            <p:nvSpPr>
              <p:cNvPr id="131" name="Google Shape;131;p15"/>
              <p:cNvSpPr/>
              <p:nvPr/>
            </p:nvSpPr>
            <p:spPr>
              <a:xfrm>
                <a:off x="1770400" y="3306925"/>
                <a:ext cx="411250" cy="856850"/>
              </a:xfrm>
              <a:custGeom>
                <a:rect b="b" l="l" r="r" t="t"/>
                <a:pathLst>
                  <a:path extrusionOk="0" h="34274" w="16450">
                    <a:moveTo>
                      <a:pt x="12542" y="0"/>
                    </a:moveTo>
                    <a:cubicBezTo>
                      <a:pt x="10780" y="7147"/>
                      <a:pt x="9290" y="14174"/>
                      <a:pt x="8024" y="21422"/>
                    </a:cubicBezTo>
                    <a:cubicBezTo>
                      <a:pt x="7226" y="18706"/>
                      <a:pt x="6427" y="15990"/>
                      <a:pt x="5629" y="13276"/>
                    </a:cubicBezTo>
                    <a:cubicBezTo>
                      <a:pt x="5289" y="12115"/>
                      <a:pt x="4941" y="10941"/>
                      <a:pt x="4321" y="9904"/>
                    </a:cubicBezTo>
                    <a:cubicBezTo>
                      <a:pt x="3428" y="8404"/>
                      <a:pt x="2024" y="7285"/>
                      <a:pt x="593" y="6290"/>
                    </a:cubicBezTo>
                    <a:cubicBezTo>
                      <a:pt x="395" y="6152"/>
                      <a:pt x="198" y="6019"/>
                      <a:pt x="1" y="5886"/>
                    </a:cubicBezTo>
                    <a:lnTo>
                      <a:pt x="1" y="5886"/>
                    </a:lnTo>
                    <a:cubicBezTo>
                      <a:pt x="1193" y="8307"/>
                      <a:pt x="2629" y="11813"/>
                      <a:pt x="2973" y="15175"/>
                    </a:cubicBezTo>
                    <a:cubicBezTo>
                      <a:pt x="3578" y="21165"/>
                      <a:pt x="367" y="26334"/>
                      <a:pt x="367" y="26334"/>
                    </a:cubicBezTo>
                    <a:cubicBezTo>
                      <a:pt x="367" y="26334"/>
                      <a:pt x="5584" y="34274"/>
                      <a:pt x="8833" y="34274"/>
                    </a:cubicBezTo>
                    <a:cubicBezTo>
                      <a:pt x="9418" y="34274"/>
                      <a:pt x="9938" y="34017"/>
                      <a:pt x="10353" y="33412"/>
                    </a:cubicBezTo>
                    <a:cubicBezTo>
                      <a:pt x="13078" y="29435"/>
                      <a:pt x="16450" y="698"/>
                      <a:pt x="16450" y="698"/>
                    </a:cubicBezTo>
                    <a:cubicBezTo>
                      <a:pt x="15152" y="358"/>
                      <a:pt x="13858" y="239"/>
                      <a:pt x="12542" y="0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2080250" y="2919850"/>
                <a:ext cx="234200" cy="434125"/>
              </a:xfrm>
              <a:custGeom>
                <a:rect b="b" l="l" r="r" t="t"/>
                <a:pathLst>
                  <a:path extrusionOk="0" h="17365" w="9368">
                    <a:moveTo>
                      <a:pt x="3837" y="1"/>
                    </a:moveTo>
                    <a:cubicBezTo>
                      <a:pt x="3829" y="1"/>
                      <a:pt x="3821" y="1"/>
                      <a:pt x="3813" y="3"/>
                    </a:cubicBezTo>
                    <a:cubicBezTo>
                      <a:pt x="2959" y="136"/>
                      <a:pt x="1872" y="8727"/>
                      <a:pt x="1872" y="8727"/>
                    </a:cubicBezTo>
                    <a:cubicBezTo>
                      <a:pt x="1872" y="8727"/>
                      <a:pt x="739" y="9961"/>
                      <a:pt x="372" y="10580"/>
                    </a:cubicBezTo>
                    <a:cubicBezTo>
                      <a:pt x="0" y="11204"/>
                      <a:pt x="148" y="15483"/>
                      <a:pt x="148" y="15483"/>
                    </a:cubicBezTo>
                    <a:lnTo>
                      <a:pt x="3914" y="17365"/>
                    </a:lnTo>
                    <a:lnTo>
                      <a:pt x="5813" y="14658"/>
                    </a:lnTo>
                    <a:cubicBezTo>
                      <a:pt x="5813" y="14658"/>
                      <a:pt x="9368" y="12727"/>
                      <a:pt x="8684" y="9149"/>
                    </a:cubicBezTo>
                    <a:cubicBezTo>
                      <a:pt x="8303" y="7158"/>
                      <a:pt x="3821" y="6943"/>
                      <a:pt x="3821" y="6943"/>
                    </a:cubicBezTo>
                    <a:cubicBezTo>
                      <a:pt x="3821" y="6943"/>
                      <a:pt x="4650" y="1"/>
                      <a:pt x="3837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1226725" y="2727250"/>
                <a:ext cx="595075" cy="898250"/>
              </a:xfrm>
              <a:custGeom>
                <a:rect b="b" l="l" r="r" t="t"/>
                <a:pathLst>
                  <a:path extrusionOk="0" h="35930" w="23803">
                    <a:moveTo>
                      <a:pt x="19230" y="1"/>
                    </a:moveTo>
                    <a:lnTo>
                      <a:pt x="9174" y="1629"/>
                    </a:lnTo>
                    <a:lnTo>
                      <a:pt x="1" y="19509"/>
                    </a:lnTo>
                    <a:cubicBezTo>
                      <a:pt x="2799" y="23132"/>
                      <a:pt x="12735" y="35930"/>
                      <a:pt x="12735" y="35930"/>
                    </a:cubicBezTo>
                    <a:lnTo>
                      <a:pt x="14826" y="25174"/>
                    </a:lnTo>
                    <a:cubicBezTo>
                      <a:pt x="14611" y="25027"/>
                      <a:pt x="14418" y="24848"/>
                      <a:pt x="14270" y="24628"/>
                    </a:cubicBezTo>
                    <a:cubicBezTo>
                      <a:pt x="13844" y="23963"/>
                      <a:pt x="13904" y="22734"/>
                      <a:pt x="14046" y="21954"/>
                    </a:cubicBezTo>
                    <a:lnTo>
                      <a:pt x="14046" y="21954"/>
                    </a:lnTo>
                    <a:cubicBezTo>
                      <a:pt x="14826" y="21966"/>
                      <a:pt x="15612" y="22043"/>
                      <a:pt x="16393" y="22043"/>
                    </a:cubicBezTo>
                    <a:cubicBezTo>
                      <a:pt x="16784" y="22043"/>
                      <a:pt x="17173" y="22024"/>
                      <a:pt x="17560" y="21967"/>
                    </a:cubicBezTo>
                    <a:cubicBezTo>
                      <a:pt x="18449" y="21844"/>
                      <a:pt x="19389" y="21633"/>
                      <a:pt x="20028" y="21000"/>
                    </a:cubicBezTo>
                    <a:cubicBezTo>
                      <a:pt x="20348" y="20683"/>
                      <a:pt x="20568" y="20275"/>
                      <a:pt x="20744" y="19863"/>
                    </a:cubicBezTo>
                    <a:cubicBezTo>
                      <a:pt x="20986" y="19285"/>
                      <a:pt x="21142" y="18669"/>
                      <a:pt x="21248" y="18046"/>
                    </a:cubicBezTo>
                    <a:cubicBezTo>
                      <a:pt x="20312" y="17528"/>
                      <a:pt x="19527" y="16730"/>
                      <a:pt x="19018" y="15784"/>
                    </a:cubicBezTo>
                    <a:lnTo>
                      <a:pt x="19018" y="15784"/>
                    </a:lnTo>
                    <a:cubicBezTo>
                      <a:pt x="19720" y="16334"/>
                      <a:pt x="20523" y="16743"/>
                      <a:pt x="21377" y="17000"/>
                    </a:cubicBezTo>
                    <a:cubicBezTo>
                      <a:pt x="21436" y="16234"/>
                      <a:pt x="21445" y="15464"/>
                      <a:pt x="21440" y="14716"/>
                    </a:cubicBezTo>
                    <a:cubicBezTo>
                      <a:pt x="22321" y="14358"/>
                      <a:pt x="23215" y="13698"/>
                      <a:pt x="23803" y="12955"/>
                    </a:cubicBezTo>
                    <a:cubicBezTo>
                      <a:pt x="22698" y="12441"/>
                      <a:pt x="21963" y="11340"/>
                      <a:pt x="21578" y="10184"/>
                    </a:cubicBezTo>
                    <a:cubicBezTo>
                      <a:pt x="21197" y="9023"/>
                      <a:pt x="21115" y="7794"/>
                      <a:pt x="20977" y="6583"/>
                    </a:cubicBezTo>
                    <a:cubicBezTo>
                      <a:pt x="20812" y="5166"/>
                      <a:pt x="20564" y="3757"/>
                      <a:pt x="20234" y="2372"/>
                    </a:cubicBezTo>
                    <a:cubicBezTo>
                      <a:pt x="20037" y="1528"/>
                      <a:pt x="19789" y="661"/>
                      <a:pt x="19230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1032800" y="3214975"/>
                <a:ext cx="827075" cy="1127375"/>
              </a:xfrm>
              <a:custGeom>
                <a:rect b="b" l="l" r="r" t="t"/>
                <a:pathLst>
                  <a:path extrusionOk="0" h="45095" w="33083">
                    <a:moveTo>
                      <a:pt x="7758" y="0"/>
                    </a:moveTo>
                    <a:lnTo>
                      <a:pt x="1" y="15119"/>
                    </a:lnTo>
                    <a:lnTo>
                      <a:pt x="8249" y="45094"/>
                    </a:lnTo>
                    <a:lnTo>
                      <a:pt x="29871" y="45094"/>
                    </a:lnTo>
                    <a:lnTo>
                      <a:pt x="29871" y="30012"/>
                    </a:lnTo>
                    <a:cubicBezTo>
                      <a:pt x="29871" y="30012"/>
                      <a:pt x="33082" y="24843"/>
                      <a:pt x="32477" y="18853"/>
                    </a:cubicBezTo>
                    <a:cubicBezTo>
                      <a:pt x="32133" y="15491"/>
                      <a:pt x="30697" y="11985"/>
                      <a:pt x="29505" y="9564"/>
                    </a:cubicBezTo>
                    <a:cubicBezTo>
                      <a:pt x="27597" y="8280"/>
                      <a:pt x="25588" y="7142"/>
                      <a:pt x="23505" y="6165"/>
                    </a:cubicBezTo>
                    <a:cubicBezTo>
                      <a:pt x="23189" y="6018"/>
                      <a:pt x="22867" y="5862"/>
                      <a:pt x="22583" y="5665"/>
                    </a:cubicBezTo>
                    <a:lnTo>
                      <a:pt x="20492" y="16421"/>
                    </a:lnTo>
                    <a:cubicBezTo>
                      <a:pt x="20492" y="16421"/>
                      <a:pt x="10556" y="3623"/>
                      <a:pt x="7758" y="0"/>
                    </a:cubicBezTo>
                    <a:close/>
                  </a:path>
                </a:pathLst>
              </a:custGeom>
              <a:solidFill>
                <a:srgbClr val="2C54A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5"/>
              <p:cNvSpPr/>
              <p:nvPr/>
            </p:nvSpPr>
            <p:spPr>
              <a:xfrm>
                <a:off x="891650" y="3592925"/>
                <a:ext cx="458050" cy="749425"/>
              </a:xfrm>
              <a:custGeom>
                <a:rect b="b" l="l" r="r" t="t"/>
                <a:pathLst>
                  <a:path extrusionOk="0" h="29977" w="18322">
                    <a:moveTo>
                      <a:pt x="5647" y="1"/>
                    </a:moveTo>
                    <a:cubicBezTo>
                      <a:pt x="5647" y="1"/>
                      <a:pt x="3473" y="1478"/>
                      <a:pt x="1826" y="11115"/>
                    </a:cubicBezTo>
                    <a:cubicBezTo>
                      <a:pt x="174" y="20752"/>
                      <a:pt x="1" y="29976"/>
                      <a:pt x="1" y="29976"/>
                    </a:cubicBezTo>
                    <a:lnTo>
                      <a:pt x="17183" y="29976"/>
                    </a:lnTo>
                    <a:lnTo>
                      <a:pt x="18321" y="24747"/>
                    </a:lnTo>
                    <a:lnTo>
                      <a:pt x="6862" y="23619"/>
                    </a:lnTo>
                    <a:cubicBezTo>
                      <a:pt x="6862" y="23619"/>
                      <a:pt x="10766" y="15546"/>
                      <a:pt x="10510" y="9377"/>
                    </a:cubicBezTo>
                    <a:cubicBezTo>
                      <a:pt x="10248" y="3212"/>
                      <a:pt x="5647" y="1"/>
                      <a:pt x="5647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5"/>
              <p:cNvSpPr/>
              <p:nvPr/>
            </p:nvSpPr>
            <p:spPr>
              <a:xfrm>
                <a:off x="884300" y="2623250"/>
                <a:ext cx="919050" cy="1146525"/>
              </a:xfrm>
              <a:custGeom>
                <a:rect b="b" l="l" r="r" t="t"/>
                <a:pathLst>
                  <a:path extrusionOk="0" h="45861" w="36762">
                    <a:moveTo>
                      <a:pt x="25143" y="0"/>
                    </a:moveTo>
                    <a:cubicBezTo>
                      <a:pt x="25080" y="0"/>
                      <a:pt x="25015" y="0"/>
                      <a:pt x="24950" y="0"/>
                    </a:cubicBezTo>
                    <a:cubicBezTo>
                      <a:pt x="21794" y="14"/>
                      <a:pt x="17221" y="1390"/>
                      <a:pt x="14477" y="4624"/>
                    </a:cubicBezTo>
                    <a:cubicBezTo>
                      <a:pt x="12472" y="6991"/>
                      <a:pt x="11496" y="10032"/>
                      <a:pt x="10463" y="12959"/>
                    </a:cubicBezTo>
                    <a:cubicBezTo>
                      <a:pt x="8060" y="19806"/>
                      <a:pt x="5152" y="26458"/>
                      <a:pt x="2272" y="33118"/>
                    </a:cubicBezTo>
                    <a:cubicBezTo>
                      <a:pt x="1519" y="34856"/>
                      <a:pt x="762" y="36609"/>
                      <a:pt x="381" y="38466"/>
                    </a:cubicBezTo>
                    <a:cubicBezTo>
                      <a:pt x="1" y="40320"/>
                      <a:pt x="19" y="42306"/>
                      <a:pt x="776" y="44044"/>
                    </a:cubicBezTo>
                    <a:cubicBezTo>
                      <a:pt x="523" y="41834"/>
                      <a:pt x="1308" y="39531"/>
                      <a:pt x="2854" y="37934"/>
                    </a:cubicBezTo>
                    <a:lnTo>
                      <a:pt x="2854" y="37934"/>
                    </a:lnTo>
                    <a:cubicBezTo>
                      <a:pt x="1533" y="40007"/>
                      <a:pt x="1992" y="43595"/>
                      <a:pt x="2941" y="45861"/>
                    </a:cubicBezTo>
                    <a:cubicBezTo>
                      <a:pt x="4014" y="42402"/>
                      <a:pt x="6500" y="38114"/>
                      <a:pt x="9248" y="35747"/>
                    </a:cubicBezTo>
                    <a:cubicBezTo>
                      <a:pt x="11996" y="33384"/>
                      <a:pt x="15014" y="31316"/>
                      <a:pt x="17477" y="28655"/>
                    </a:cubicBezTo>
                    <a:cubicBezTo>
                      <a:pt x="19225" y="26765"/>
                      <a:pt x="20665" y="24609"/>
                      <a:pt x="22005" y="22412"/>
                    </a:cubicBezTo>
                    <a:cubicBezTo>
                      <a:pt x="24317" y="18633"/>
                      <a:pt x="26504" y="14674"/>
                      <a:pt x="26656" y="10247"/>
                    </a:cubicBezTo>
                    <a:cubicBezTo>
                      <a:pt x="26882" y="10265"/>
                      <a:pt x="27108" y="10274"/>
                      <a:pt x="27334" y="10274"/>
                    </a:cubicBezTo>
                    <a:cubicBezTo>
                      <a:pt x="29894" y="10274"/>
                      <a:pt x="32446" y="9141"/>
                      <a:pt x="34073" y="7161"/>
                    </a:cubicBezTo>
                    <a:cubicBezTo>
                      <a:pt x="34179" y="7624"/>
                      <a:pt x="34316" y="7936"/>
                      <a:pt x="34422" y="8399"/>
                    </a:cubicBezTo>
                    <a:cubicBezTo>
                      <a:pt x="34788" y="8082"/>
                      <a:pt x="35004" y="7620"/>
                      <a:pt x="35105" y="7142"/>
                    </a:cubicBezTo>
                    <a:cubicBezTo>
                      <a:pt x="35206" y="6670"/>
                      <a:pt x="35201" y="6179"/>
                      <a:pt x="35192" y="5697"/>
                    </a:cubicBezTo>
                    <a:lnTo>
                      <a:pt x="35192" y="5697"/>
                    </a:lnTo>
                    <a:cubicBezTo>
                      <a:pt x="35555" y="6661"/>
                      <a:pt x="35807" y="7647"/>
                      <a:pt x="35862" y="8674"/>
                    </a:cubicBezTo>
                    <a:cubicBezTo>
                      <a:pt x="36761" y="7239"/>
                      <a:pt x="36490" y="5280"/>
                      <a:pt x="35527" y="3885"/>
                    </a:cubicBezTo>
                    <a:cubicBezTo>
                      <a:pt x="34564" y="2486"/>
                      <a:pt x="33027" y="1587"/>
                      <a:pt x="31441" y="996"/>
                    </a:cubicBezTo>
                    <a:cubicBezTo>
                      <a:pt x="29714" y="352"/>
                      <a:pt x="28352" y="0"/>
                      <a:pt x="25143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>
                <a:off x="1677725" y="2958775"/>
                <a:ext cx="38700" cy="38325"/>
              </a:xfrm>
              <a:custGeom>
                <a:rect b="b" l="l" r="r" t="t"/>
                <a:pathLst>
                  <a:path extrusionOk="0" h="1533" w="1548">
                    <a:moveTo>
                      <a:pt x="767" y="0"/>
                    </a:moveTo>
                    <a:cubicBezTo>
                      <a:pt x="764" y="0"/>
                      <a:pt x="761" y="0"/>
                      <a:pt x="758" y="0"/>
                    </a:cubicBezTo>
                    <a:cubicBezTo>
                      <a:pt x="337" y="10"/>
                      <a:pt x="1" y="358"/>
                      <a:pt x="6" y="781"/>
                    </a:cubicBezTo>
                    <a:cubicBezTo>
                      <a:pt x="15" y="1197"/>
                      <a:pt x="355" y="1533"/>
                      <a:pt x="770" y="1533"/>
                    </a:cubicBezTo>
                    <a:cubicBezTo>
                      <a:pt x="775" y="1533"/>
                      <a:pt x="780" y="1533"/>
                      <a:pt x="786" y="1533"/>
                    </a:cubicBezTo>
                    <a:cubicBezTo>
                      <a:pt x="1207" y="1528"/>
                      <a:pt x="1548" y="1175"/>
                      <a:pt x="1538" y="753"/>
                    </a:cubicBezTo>
                    <a:cubicBezTo>
                      <a:pt x="1533" y="333"/>
                      <a:pt x="1189" y="0"/>
                      <a:pt x="767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>
                <a:off x="1635075" y="2906725"/>
                <a:ext cx="100850" cy="58850"/>
              </a:xfrm>
              <a:custGeom>
                <a:rect b="b" l="l" r="r" t="t"/>
                <a:pathLst>
                  <a:path extrusionOk="0" h="2354" w="4034">
                    <a:moveTo>
                      <a:pt x="3102" y="1"/>
                    </a:moveTo>
                    <a:cubicBezTo>
                      <a:pt x="2995" y="1"/>
                      <a:pt x="2887" y="7"/>
                      <a:pt x="2780" y="18"/>
                    </a:cubicBezTo>
                    <a:cubicBezTo>
                      <a:pt x="2354" y="64"/>
                      <a:pt x="1950" y="244"/>
                      <a:pt x="1588" y="458"/>
                    </a:cubicBezTo>
                    <a:cubicBezTo>
                      <a:pt x="1221" y="674"/>
                      <a:pt x="896" y="949"/>
                      <a:pt x="625" y="1271"/>
                    </a:cubicBezTo>
                    <a:cubicBezTo>
                      <a:pt x="358" y="1592"/>
                      <a:pt x="138" y="1955"/>
                      <a:pt x="0" y="2340"/>
                    </a:cubicBezTo>
                    <a:lnTo>
                      <a:pt x="28" y="2353"/>
                    </a:lnTo>
                    <a:cubicBezTo>
                      <a:pt x="221" y="1991"/>
                      <a:pt x="460" y="1661"/>
                      <a:pt x="749" y="1385"/>
                    </a:cubicBezTo>
                    <a:cubicBezTo>
                      <a:pt x="1033" y="1101"/>
                      <a:pt x="1363" y="867"/>
                      <a:pt x="1717" y="697"/>
                    </a:cubicBezTo>
                    <a:cubicBezTo>
                      <a:pt x="2075" y="523"/>
                      <a:pt x="2460" y="441"/>
                      <a:pt x="2835" y="358"/>
                    </a:cubicBezTo>
                    <a:cubicBezTo>
                      <a:pt x="3221" y="271"/>
                      <a:pt x="3611" y="234"/>
                      <a:pt x="4029" y="211"/>
                    </a:cubicBezTo>
                    <a:lnTo>
                      <a:pt x="4033" y="174"/>
                    </a:lnTo>
                    <a:cubicBezTo>
                      <a:pt x="3741" y="54"/>
                      <a:pt x="3423" y="1"/>
                      <a:pt x="3102" y="1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>
                <a:off x="1407000" y="2941325"/>
                <a:ext cx="125575" cy="161275"/>
              </a:xfrm>
              <a:custGeom>
                <a:rect b="b" l="l" r="r" t="t"/>
                <a:pathLst>
                  <a:path extrusionOk="0" h="6451" w="5023">
                    <a:moveTo>
                      <a:pt x="2322" y="1"/>
                    </a:moveTo>
                    <a:cubicBezTo>
                      <a:pt x="2164" y="1"/>
                      <a:pt x="2007" y="24"/>
                      <a:pt x="1853" y="75"/>
                    </a:cubicBezTo>
                    <a:cubicBezTo>
                      <a:pt x="1307" y="263"/>
                      <a:pt x="949" y="744"/>
                      <a:pt x="716" y="1235"/>
                    </a:cubicBezTo>
                    <a:cubicBezTo>
                      <a:pt x="0" y="2758"/>
                      <a:pt x="303" y="4694"/>
                      <a:pt x="1601" y="5845"/>
                    </a:cubicBezTo>
                    <a:cubicBezTo>
                      <a:pt x="1950" y="6153"/>
                      <a:pt x="2381" y="6410"/>
                      <a:pt x="2858" y="6446"/>
                    </a:cubicBezTo>
                    <a:cubicBezTo>
                      <a:pt x="2900" y="6449"/>
                      <a:pt x="2941" y="6451"/>
                      <a:pt x="2982" y="6451"/>
                    </a:cubicBezTo>
                    <a:cubicBezTo>
                      <a:pt x="3788" y="6451"/>
                      <a:pt x="4491" y="5814"/>
                      <a:pt x="4747" y="5097"/>
                    </a:cubicBezTo>
                    <a:cubicBezTo>
                      <a:pt x="5001" y="4414"/>
                      <a:pt x="5023" y="3538"/>
                      <a:pt x="4762" y="2859"/>
                    </a:cubicBezTo>
                    <a:cubicBezTo>
                      <a:pt x="4505" y="2180"/>
                      <a:pt x="4372" y="1424"/>
                      <a:pt x="3913" y="827"/>
                    </a:cubicBezTo>
                    <a:cubicBezTo>
                      <a:pt x="3548" y="353"/>
                      <a:pt x="2934" y="1"/>
                      <a:pt x="2322" y="1"/>
                    </a:cubicBezTo>
                    <a:close/>
                  </a:path>
                </a:pathLst>
              </a:custGeom>
              <a:solidFill>
                <a:srgbClr val="FF87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1434525" y="2972425"/>
                <a:ext cx="70775" cy="112525"/>
              </a:xfrm>
              <a:custGeom>
                <a:rect b="b" l="l" r="r" t="t"/>
                <a:pathLst>
                  <a:path extrusionOk="0" h="4501" w="2831">
                    <a:moveTo>
                      <a:pt x="1385" y="0"/>
                    </a:moveTo>
                    <a:cubicBezTo>
                      <a:pt x="1345" y="0"/>
                      <a:pt x="1303" y="0"/>
                      <a:pt x="1266" y="10"/>
                    </a:cubicBezTo>
                    <a:cubicBezTo>
                      <a:pt x="845" y="70"/>
                      <a:pt x="464" y="478"/>
                      <a:pt x="358" y="973"/>
                    </a:cubicBezTo>
                    <a:cubicBezTo>
                      <a:pt x="358" y="973"/>
                      <a:pt x="0" y="1945"/>
                      <a:pt x="491" y="3115"/>
                    </a:cubicBezTo>
                    <a:cubicBezTo>
                      <a:pt x="982" y="4280"/>
                      <a:pt x="2363" y="4501"/>
                      <a:pt x="2363" y="4501"/>
                    </a:cubicBezTo>
                    <a:cubicBezTo>
                      <a:pt x="2088" y="4289"/>
                      <a:pt x="1817" y="4005"/>
                      <a:pt x="1762" y="3606"/>
                    </a:cubicBezTo>
                    <a:cubicBezTo>
                      <a:pt x="1753" y="3542"/>
                      <a:pt x="1747" y="3472"/>
                      <a:pt x="1775" y="3413"/>
                    </a:cubicBezTo>
                    <a:cubicBezTo>
                      <a:pt x="1798" y="3358"/>
                      <a:pt x="1840" y="3322"/>
                      <a:pt x="1885" y="3290"/>
                    </a:cubicBezTo>
                    <a:cubicBezTo>
                      <a:pt x="2170" y="3065"/>
                      <a:pt x="2496" y="2913"/>
                      <a:pt x="2831" y="2849"/>
                    </a:cubicBezTo>
                    <a:cubicBezTo>
                      <a:pt x="2799" y="2202"/>
                      <a:pt x="2761" y="1533"/>
                      <a:pt x="2524" y="959"/>
                    </a:cubicBezTo>
                    <a:cubicBezTo>
                      <a:pt x="2308" y="432"/>
                      <a:pt x="1872" y="0"/>
                      <a:pt x="1385" y="0"/>
                    </a:cubicBezTo>
                    <a:close/>
                  </a:path>
                </a:pathLst>
              </a:custGeom>
              <a:solidFill>
                <a:srgbClr val="F03C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5"/>
              <p:cNvSpPr/>
              <p:nvPr/>
            </p:nvSpPr>
            <p:spPr>
              <a:xfrm>
                <a:off x="1443475" y="2970825"/>
                <a:ext cx="64000" cy="114125"/>
              </a:xfrm>
              <a:custGeom>
                <a:rect b="b" l="l" r="r" t="t"/>
                <a:pathLst>
                  <a:path extrusionOk="0" h="4565" w="2560">
                    <a:moveTo>
                      <a:pt x="1044" y="0"/>
                    </a:moveTo>
                    <a:cubicBezTo>
                      <a:pt x="941" y="0"/>
                      <a:pt x="839" y="18"/>
                      <a:pt x="743" y="55"/>
                    </a:cubicBezTo>
                    <a:cubicBezTo>
                      <a:pt x="536" y="134"/>
                      <a:pt x="367" y="284"/>
                      <a:pt x="239" y="454"/>
                    </a:cubicBezTo>
                    <a:cubicBezTo>
                      <a:pt x="115" y="629"/>
                      <a:pt x="32" y="830"/>
                      <a:pt x="0" y="1037"/>
                    </a:cubicBezTo>
                    <a:cubicBezTo>
                      <a:pt x="60" y="839"/>
                      <a:pt x="156" y="647"/>
                      <a:pt x="289" y="496"/>
                    </a:cubicBezTo>
                    <a:cubicBezTo>
                      <a:pt x="422" y="339"/>
                      <a:pt x="591" y="216"/>
                      <a:pt x="780" y="161"/>
                    </a:cubicBezTo>
                    <a:cubicBezTo>
                      <a:pt x="853" y="138"/>
                      <a:pt x="928" y="127"/>
                      <a:pt x="1003" y="127"/>
                    </a:cubicBezTo>
                    <a:cubicBezTo>
                      <a:pt x="1121" y="127"/>
                      <a:pt x="1239" y="154"/>
                      <a:pt x="1349" y="202"/>
                    </a:cubicBezTo>
                    <a:cubicBezTo>
                      <a:pt x="1523" y="284"/>
                      <a:pt x="1679" y="418"/>
                      <a:pt x="1802" y="574"/>
                    </a:cubicBezTo>
                    <a:cubicBezTo>
                      <a:pt x="2055" y="886"/>
                      <a:pt x="2188" y="1280"/>
                      <a:pt x="2261" y="1684"/>
                    </a:cubicBezTo>
                    <a:cubicBezTo>
                      <a:pt x="2335" y="2062"/>
                      <a:pt x="2360" y="2456"/>
                      <a:pt x="2386" y="2850"/>
                    </a:cubicBezTo>
                    <a:lnTo>
                      <a:pt x="2386" y="2850"/>
                    </a:lnTo>
                    <a:cubicBezTo>
                      <a:pt x="2196" y="2894"/>
                      <a:pt x="2016" y="2966"/>
                      <a:pt x="1849" y="3060"/>
                    </a:cubicBezTo>
                    <a:cubicBezTo>
                      <a:pt x="1753" y="3115"/>
                      <a:pt x="1660" y="3174"/>
                      <a:pt x="1573" y="3239"/>
                    </a:cubicBezTo>
                    <a:cubicBezTo>
                      <a:pt x="1533" y="3271"/>
                      <a:pt x="1491" y="3303"/>
                      <a:pt x="1445" y="3339"/>
                    </a:cubicBezTo>
                    <a:cubicBezTo>
                      <a:pt x="1404" y="3381"/>
                      <a:pt x="1362" y="3441"/>
                      <a:pt x="1349" y="3504"/>
                    </a:cubicBezTo>
                    <a:cubicBezTo>
                      <a:pt x="1334" y="3569"/>
                      <a:pt x="1344" y="3629"/>
                      <a:pt x="1353" y="3680"/>
                    </a:cubicBezTo>
                    <a:cubicBezTo>
                      <a:pt x="1362" y="3735"/>
                      <a:pt x="1376" y="3790"/>
                      <a:pt x="1395" y="3839"/>
                    </a:cubicBezTo>
                    <a:cubicBezTo>
                      <a:pt x="1431" y="3945"/>
                      <a:pt x="1482" y="4042"/>
                      <a:pt x="1546" y="4129"/>
                    </a:cubicBezTo>
                    <a:cubicBezTo>
                      <a:pt x="1670" y="4307"/>
                      <a:pt x="1830" y="4450"/>
                      <a:pt x="2005" y="4565"/>
                    </a:cubicBezTo>
                    <a:cubicBezTo>
                      <a:pt x="1849" y="4427"/>
                      <a:pt x="1702" y="4275"/>
                      <a:pt x="1596" y="4097"/>
                    </a:cubicBezTo>
                    <a:cubicBezTo>
                      <a:pt x="1546" y="4010"/>
                      <a:pt x="1505" y="3913"/>
                      <a:pt x="1482" y="3817"/>
                    </a:cubicBezTo>
                    <a:cubicBezTo>
                      <a:pt x="1459" y="3720"/>
                      <a:pt x="1436" y="3610"/>
                      <a:pt x="1459" y="3528"/>
                    </a:cubicBezTo>
                    <a:cubicBezTo>
                      <a:pt x="1468" y="3491"/>
                      <a:pt x="1491" y="3459"/>
                      <a:pt x="1527" y="3432"/>
                    </a:cubicBezTo>
                    <a:cubicBezTo>
                      <a:pt x="1565" y="3404"/>
                      <a:pt x="1605" y="3371"/>
                      <a:pt x="1651" y="3344"/>
                    </a:cubicBezTo>
                    <a:cubicBezTo>
                      <a:pt x="1734" y="3284"/>
                      <a:pt x="1821" y="3234"/>
                      <a:pt x="1912" y="3189"/>
                    </a:cubicBezTo>
                    <a:cubicBezTo>
                      <a:pt x="2096" y="3096"/>
                      <a:pt x="2289" y="3032"/>
                      <a:pt x="2490" y="2996"/>
                    </a:cubicBezTo>
                    <a:lnTo>
                      <a:pt x="2560" y="2982"/>
                    </a:lnTo>
                    <a:lnTo>
                      <a:pt x="2555" y="2909"/>
                    </a:lnTo>
                    <a:cubicBezTo>
                      <a:pt x="2541" y="2491"/>
                      <a:pt x="2518" y="2069"/>
                      <a:pt x="2441" y="1647"/>
                    </a:cubicBezTo>
                    <a:cubicBezTo>
                      <a:pt x="2403" y="1436"/>
                      <a:pt x="2344" y="1230"/>
                      <a:pt x="2266" y="1028"/>
                    </a:cubicBezTo>
                    <a:cubicBezTo>
                      <a:pt x="2188" y="826"/>
                      <a:pt x="2069" y="638"/>
                      <a:pt x="1931" y="468"/>
                    </a:cubicBezTo>
                    <a:cubicBezTo>
                      <a:pt x="1857" y="386"/>
                      <a:pt x="1780" y="308"/>
                      <a:pt x="1692" y="239"/>
                    </a:cubicBezTo>
                    <a:cubicBezTo>
                      <a:pt x="1605" y="170"/>
                      <a:pt x="1509" y="115"/>
                      <a:pt x="1404" y="74"/>
                    </a:cubicBezTo>
                    <a:cubicBezTo>
                      <a:pt x="1291" y="26"/>
                      <a:pt x="1167" y="0"/>
                      <a:pt x="1044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5"/>
              <p:cNvSpPr/>
              <p:nvPr/>
            </p:nvSpPr>
            <p:spPr>
              <a:xfrm>
                <a:off x="1518575" y="3271825"/>
                <a:ext cx="59300" cy="30650"/>
              </a:xfrm>
              <a:custGeom>
                <a:rect b="b" l="l" r="r" t="t"/>
                <a:pathLst>
                  <a:path extrusionOk="0" h="1226" w="2372">
                    <a:moveTo>
                      <a:pt x="0" y="1"/>
                    </a:moveTo>
                    <a:lnTo>
                      <a:pt x="2266" y="1226"/>
                    </a:lnTo>
                    <a:lnTo>
                      <a:pt x="2372" y="17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1281075" y="3330200"/>
                <a:ext cx="339575" cy="369500"/>
              </a:xfrm>
              <a:custGeom>
                <a:rect b="b" l="l" r="r" t="t"/>
                <a:pathLst>
                  <a:path extrusionOk="0" h="14780" w="13583">
                    <a:moveTo>
                      <a:pt x="14" y="1"/>
                    </a:moveTo>
                    <a:lnTo>
                      <a:pt x="1" y="15"/>
                    </a:lnTo>
                    <a:cubicBezTo>
                      <a:pt x="5" y="19"/>
                      <a:pt x="24" y="42"/>
                      <a:pt x="52" y="74"/>
                    </a:cubicBezTo>
                    <a:cubicBezTo>
                      <a:pt x="492" y="610"/>
                      <a:pt x="3340" y="4281"/>
                      <a:pt x="6079" y="7821"/>
                    </a:cubicBezTo>
                    <a:cubicBezTo>
                      <a:pt x="8817" y="11358"/>
                      <a:pt x="11446" y="14762"/>
                      <a:pt x="11446" y="14762"/>
                    </a:cubicBezTo>
                    <a:lnTo>
                      <a:pt x="11455" y="14780"/>
                    </a:lnTo>
                    <a:lnTo>
                      <a:pt x="13583" y="1556"/>
                    </a:lnTo>
                    <a:lnTo>
                      <a:pt x="13565" y="1556"/>
                    </a:lnTo>
                    <a:lnTo>
                      <a:pt x="11444" y="14733"/>
                    </a:lnTo>
                    <a:lnTo>
                      <a:pt x="11444" y="14733"/>
                    </a:lnTo>
                    <a:cubicBezTo>
                      <a:pt x="11224" y="14448"/>
                      <a:pt x="8537" y="10971"/>
                      <a:pt x="5827" y="7469"/>
                    </a:cubicBezTo>
                    <a:cubicBezTo>
                      <a:pt x="4409" y="5638"/>
                      <a:pt x="2987" y="3803"/>
                      <a:pt x="1904" y="2409"/>
                    </a:cubicBezTo>
                    <a:cubicBezTo>
                      <a:pt x="1363" y="1711"/>
                      <a:pt x="905" y="1125"/>
                      <a:pt x="575" y="703"/>
                    </a:cubicBezTo>
                    <a:cubicBezTo>
                      <a:pt x="409" y="496"/>
                      <a:pt x="276" y="326"/>
                      <a:pt x="179" y="208"/>
                    </a:cubicBezTo>
                    <a:cubicBezTo>
                      <a:pt x="134" y="148"/>
                      <a:pt x="97" y="97"/>
                      <a:pt x="65" y="66"/>
                    </a:cubicBezTo>
                    <a:cubicBezTo>
                      <a:pt x="37" y="28"/>
                      <a:pt x="20" y="11"/>
                      <a:pt x="14" y="1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>
                <a:off x="924675" y="4180875"/>
                <a:ext cx="160450" cy="44850"/>
              </a:xfrm>
              <a:custGeom>
                <a:rect b="b" l="l" r="r" t="t"/>
                <a:pathLst>
                  <a:path extrusionOk="0" h="1794" w="6418">
                    <a:moveTo>
                      <a:pt x="5143" y="1"/>
                    </a:moveTo>
                    <a:lnTo>
                      <a:pt x="4716" y="5"/>
                    </a:lnTo>
                    <a:cubicBezTo>
                      <a:pt x="4148" y="23"/>
                      <a:pt x="3578" y="115"/>
                      <a:pt x="3024" y="253"/>
                    </a:cubicBezTo>
                    <a:cubicBezTo>
                      <a:pt x="2473" y="399"/>
                      <a:pt x="1932" y="596"/>
                      <a:pt x="1423" y="854"/>
                    </a:cubicBezTo>
                    <a:cubicBezTo>
                      <a:pt x="913" y="1115"/>
                      <a:pt x="432" y="1426"/>
                      <a:pt x="1" y="1794"/>
                    </a:cubicBezTo>
                    <a:cubicBezTo>
                      <a:pt x="460" y="1464"/>
                      <a:pt x="950" y="1174"/>
                      <a:pt x="1459" y="931"/>
                    </a:cubicBezTo>
                    <a:cubicBezTo>
                      <a:pt x="1973" y="693"/>
                      <a:pt x="2505" y="496"/>
                      <a:pt x="3051" y="363"/>
                    </a:cubicBezTo>
                    <a:cubicBezTo>
                      <a:pt x="3597" y="215"/>
                      <a:pt x="4156" y="128"/>
                      <a:pt x="4720" y="92"/>
                    </a:cubicBezTo>
                    <a:lnTo>
                      <a:pt x="5143" y="73"/>
                    </a:lnTo>
                    <a:lnTo>
                      <a:pt x="5569" y="73"/>
                    </a:lnTo>
                    <a:lnTo>
                      <a:pt x="5992" y="92"/>
                    </a:lnTo>
                    <a:lnTo>
                      <a:pt x="6418" y="133"/>
                    </a:lnTo>
                    <a:lnTo>
                      <a:pt x="5996" y="64"/>
                    </a:lnTo>
                    <a:lnTo>
                      <a:pt x="5569" y="18"/>
                    </a:lnTo>
                    <a:lnTo>
                      <a:pt x="5143" y="1"/>
                    </a:ln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5"/>
              <p:cNvSpPr/>
              <p:nvPr/>
            </p:nvSpPr>
            <p:spPr>
              <a:xfrm>
                <a:off x="1235800" y="2735625"/>
                <a:ext cx="8050" cy="6325"/>
              </a:xfrm>
              <a:custGeom>
                <a:rect b="b" l="l" r="r" t="t"/>
                <a:pathLst>
                  <a:path extrusionOk="0" h="253" w="322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87"/>
                      <a:pt x="211" y="170"/>
                      <a:pt x="317" y="252"/>
                    </a:cubicBezTo>
                    <a:cubicBezTo>
                      <a:pt x="317" y="252"/>
                      <a:pt x="317" y="248"/>
                      <a:pt x="321" y="248"/>
                    </a:cubicBezTo>
                    <a:cubicBezTo>
                      <a:pt x="211" y="166"/>
                      <a:pt x="106" y="87"/>
                      <a:pt x="0" y="0"/>
                    </a:cubicBezTo>
                    <a:close/>
                  </a:path>
                </a:pathLst>
              </a:custGeom>
              <a:solidFill>
                <a:srgbClr val="DAF2F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5"/>
              <p:cNvSpPr/>
              <p:nvPr/>
            </p:nvSpPr>
            <p:spPr>
              <a:xfrm>
                <a:off x="1243700" y="2686450"/>
                <a:ext cx="495650" cy="128900"/>
              </a:xfrm>
              <a:custGeom>
                <a:rect b="b" l="l" r="r" t="t"/>
                <a:pathLst>
                  <a:path extrusionOk="0" h="5156" w="19826">
                    <a:moveTo>
                      <a:pt x="19826" y="0"/>
                    </a:moveTo>
                    <a:cubicBezTo>
                      <a:pt x="19459" y="871"/>
                      <a:pt x="18812" y="1591"/>
                      <a:pt x="18073" y="2160"/>
                    </a:cubicBezTo>
                    <a:cubicBezTo>
                      <a:pt x="17334" y="2734"/>
                      <a:pt x="16495" y="3174"/>
                      <a:pt x="15642" y="3555"/>
                    </a:cubicBezTo>
                    <a:cubicBezTo>
                      <a:pt x="14785" y="3926"/>
                      <a:pt x="13900" y="4247"/>
                      <a:pt x="12996" y="4486"/>
                    </a:cubicBezTo>
                    <a:cubicBezTo>
                      <a:pt x="12088" y="4720"/>
                      <a:pt x="11165" y="4899"/>
                      <a:pt x="10234" y="4976"/>
                    </a:cubicBezTo>
                    <a:cubicBezTo>
                      <a:pt x="9738" y="5027"/>
                      <a:pt x="9238" y="5050"/>
                      <a:pt x="8739" y="5050"/>
                    </a:cubicBezTo>
                    <a:cubicBezTo>
                      <a:pt x="7367" y="5050"/>
                      <a:pt x="5991" y="4866"/>
                      <a:pt x="4670" y="4491"/>
                    </a:cubicBezTo>
                    <a:cubicBezTo>
                      <a:pt x="2995" y="4023"/>
                      <a:pt x="1405" y="3256"/>
                      <a:pt x="5" y="2215"/>
                    </a:cubicBezTo>
                    <a:cubicBezTo>
                      <a:pt x="1" y="2215"/>
                      <a:pt x="1" y="2219"/>
                      <a:pt x="1" y="2219"/>
                    </a:cubicBezTo>
                    <a:cubicBezTo>
                      <a:pt x="634" y="2715"/>
                      <a:pt x="1312" y="3155"/>
                      <a:pt x="2028" y="3527"/>
                    </a:cubicBezTo>
                    <a:cubicBezTo>
                      <a:pt x="2863" y="3958"/>
                      <a:pt x="3738" y="4315"/>
                      <a:pt x="4647" y="4573"/>
                    </a:cubicBezTo>
                    <a:cubicBezTo>
                      <a:pt x="5551" y="4838"/>
                      <a:pt x="6482" y="5013"/>
                      <a:pt x="7418" y="5096"/>
                    </a:cubicBezTo>
                    <a:cubicBezTo>
                      <a:pt x="7872" y="5137"/>
                      <a:pt x="8321" y="5155"/>
                      <a:pt x="8775" y="5155"/>
                    </a:cubicBezTo>
                    <a:cubicBezTo>
                      <a:pt x="9266" y="5155"/>
                      <a:pt x="9757" y="5132"/>
                      <a:pt x="10244" y="5092"/>
                    </a:cubicBezTo>
                    <a:cubicBezTo>
                      <a:pt x="12119" y="4912"/>
                      <a:pt x="13963" y="4408"/>
                      <a:pt x="15679" y="3633"/>
                    </a:cubicBezTo>
                    <a:cubicBezTo>
                      <a:pt x="16532" y="3242"/>
                      <a:pt x="17367" y="2793"/>
                      <a:pt x="18105" y="2202"/>
                    </a:cubicBezTo>
                    <a:cubicBezTo>
                      <a:pt x="18839" y="1614"/>
                      <a:pt x="19472" y="875"/>
                      <a:pt x="19826" y="0"/>
                    </a:cubicBezTo>
                    <a:close/>
                  </a:path>
                </a:pathLst>
              </a:custGeom>
              <a:solidFill>
                <a:srgbClr val="426E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>
                <a:off x="1313325" y="2656500"/>
                <a:ext cx="359625" cy="61475"/>
              </a:xfrm>
              <a:custGeom>
                <a:rect b="b" l="l" r="r" t="t"/>
                <a:pathLst>
                  <a:path extrusionOk="0" h="2459" w="14385">
                    <a:moveTo>
                      <a:pt x="14384" y="0"/>
                    </a:moveTo>
                    <a:lnTo>
                      <a:pt x="14376" y="5"/>
                    </a:lnTo>
                    <a:lnTo>
                      <a:pt x="14376" y="5"/>
                    </a:lnTo>
                    <a:cubicBezTo>
                      <a:pt x="14379" y="4"/>
                      <a:pt x="14382" y="2"/>
                      <a:pt x="14384" y="0"/>
                    </a:cubicBezTo>
                    <a:close/>
                    <a:moveTo>
                      <a:pt x="14376" y="5"/>
                    </a:moveTo>
                    <a:lnTo>
                      <a:pt x="14376" y="5"/>
                    </a:lnTo>
                    <a:cubicBezTo>
                      <a:pt x="13315" y="663"/>
                      <a:pt x="12175" y="1185"/>
                      <a:pt x="10990" y="1569"/>
                    </a:cubicBezTo>
                    <a:cubicBezTo>
                      <a:pt x="9807" y="1950"/>
                      <a:pt x="8577" y="2202"/>
                      <a:pt x="7334" y="2299"/>
                    </a:cubicBezTo>
                    <a:cubicBezTo>
                      <a:pt x="6889" y="2335"/>
                      <a:pt x="6445" y="2354"/>
                      <a:pt x="6000" y="2354"/>
                    </a:cubicBezTo>
                    <a:cubicBezTo>
                      <a:pt x="5197" y="2354"/>
                      <a:pt x="4399" y="2293"/>
                      <a:pt x="3605" y="2175"/>
                    </a:cubicBezTo>
                    <a:cubicBezTo>
                      <a:pt x="2371" y="1991"/>
                      <a:pt x="1160" y="1656"/>
                      <a:pt x="0" y="1184"/>
                    </a:cubicBezTo>
                    <a:lnTo>
                      <a:pt x="0" y="1184"/>
                    </a:lnTo>
                    <a:lnTo>
                      <a:pt x="871" y="1542"/>
                    </a:lnTo>
                    <a:lnTo>
                      <a:pt x="1762" y="1840"/>
                    </a:lnTo>
                    <a:lnTo>
                      <a:pt x="2670" y="2079"/>
                    </a:lnTo>
                    <a:lnTo>
                      <a:pt x="3591" y="2262"/>
                    </a:lnTo>
                    <a:cubicBezTo>
                      <a:pt x="4408" y="2395"/>
                      <a:pt x="5238" y="2459"/>
                      <a:pt x="6068" y="2459"/>
                    </a:cubicBezTo>
                    <a:cubicBezTo>
                      <a:pt x="6495" y="2459"/>
                      <a:pt x="6917" y="2441"/>
                      <a:pt x="7344" y="2409"/>
                    </a:cubicBezTo>
                    <a:cubicBezTo>
                      <a:pt x="8591" y="2303"/>
                      <a:pt x="9830" y="2056"/>
                      <a:pt x="11018" y="1652"/>
                    </a:cubicBezTo>
                    <a:lnTo>
                      <a:pt x="11898" y="1321"/>
                    </a:lnTo>
                    <a:lnTo>
                      <a:pt x="12756" y="936"/>
                    </a:lnTo>
                    <a:lnTo>
                      <a:pt x="13586" y="496"/>
                    </a:lnTo>
                    <a:lnTo>
                      <a:pt x="14376" y="5"/>
                    </a:lnTo>
                    <a:close/>
                  </a:path>
                </a:pathLst>
              </a:custGeom>
              <a:solidFill>
                <a:srgbClr val="426E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5"/>
              <p:cNvSpPr/>
              <p:nvPr/>
            </p:nvSpPr>
            <p:spPr>
              <a:xfrm>
                <a:off x="938450" y="3577000"/>
                <a:ext cx="12175" cy="31775"/>
              </a:xfrm>
              <a:custGeom>
                <a:rect b="b" l="l" r="r" t="t"/>
                <a:pathLst>
                  <a:path extrusionOk="0" h="1271" w="487">
                    <a:moveTo>
                      <a:pt x="487" y="0"/>
                    </a:moveTo>
                    <a:lnTo>
                      <a:pt x="487" y="0"/>
                    </a:lnTo>
                    <a:cubicBezTo>
                      <a:pt x="477" y="13"/>
                      <a:pt x="463" y="28"/>
                      <a:pt x="454" y="41"/>
                    </a:cubicBezTo>
                    <a:cubicBezTo>
                      <a:pt x="280" y="445"/>
                      <a:pt x="129" y="853"/>
                      <a:pt x="0" y="1271"/>
                    </a:cubicBezTo>
                    <a:cubicBezTo>
                      <a:pt x="138" y="839"/>
                      <a:pt x="303" y="413"/>
                      <a:pt x="487" y="0"/>
                    </a:cubicBezTo>
                    <a:close/>
                  </a:path>
                </a:pathLst>
              </a:custGeom>
              <a:solidFill>
                <a:srgbClr val="DAF2F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5"/>
              <p:cNvSpPr/>
              <p:nvPr/>
            </p:nvSpPr>
            <p:spPr>
              <a:xfrm>
                <a:off x="949775" y="2879100"/>
                <a:ext cx="490975" cy="698925"/>
              </a:xfrm>
              <a:custGeom>
                <a:rect b="b" l="l" r="r" t="t"/>
                <a:pathLst>
                  <a:path extrusionOk="0" h="27957" w="19639">
                    <a:moveTo>
                      <a:pt x="19638" y="0"/>
                    </a:moveTo>
                    <a:cubicBezTo>
                      <a:pt x="19073" y="1376"/>
                      <a:pt x="18463" y="2734"/>
                      <a:pt x="17790" y="4059"/>
                    </a:cubicBezTo>
                    <a:cubicBezTo>
                      <a:pt x="17625" y="4394"/>
                      <a:pt x="17445" y="4720"/>
                      <a:pt x="17276" y="5050"/>
                    </a:cubicBezTo>
                    <a:lnTo>
                      <a:pt x="17015" y="5541"/>
                    </a:lnTo>
                    <a:lnTo>
                      <a:pt x="16739" y="6027"/>
                    </a:lnTo>
                    <a:cubicBezTo>
                      <a:pt x="16556" y="6348"/>
                      <a:pt x="16376" y="6674"/>
                      <a:pt x="16189" y="6995"/>
                    </a:cubicBezTo>
                    <a:lnTo>
                      <a:pt x="15615" y="7954"/>
                    </a:lnTo>
                    <a:cubicBezTo>
                      <a:pt x="15427" y="8274"/>
                      <a:pt x="15216" y="8581"/>
                      <a:pt x="15019" y="8894"/>
                    </a:cubicBezTo>
                    <a:cubicBezTo>
                      <a:pt x="14822" y="9210"/>
                      <a:pt x="14625" y="9523"/>
                      <a:pt x="14413" y="9830"/>
                    </a:cubicBezTo>
                    <a:lnTo>
                      <a:pt x="13789" y="10751"/>
                    </a:lnTo>
                    <a:lnTo>
                      <a:pt x="13143" y="11664"/>
                    </a:lnTo>
                    <a:cubicBezTo>
                      <a:pt x="12275" y="12871"/>
                      <a:pt x="11373" y="14054"/>
                      <a:pt x="10427" y="15201"/>
                    </a:cubicBezTo>
                    <a:cubicBezTo>
                      <a:pt x="8565" y="17517"/>
                      <a:pt x="6533" y="19692"/>
                      <a:pt x="4469" y="21834"/>
                    </a:cubicBezTo>
                    <a:cubicBezTo>
                      <a:pt x="3446" y="22912"/>
                      <a:pt x="2441" y="24017"/>
                      <a:pt x="1569" y="25228"/>
                    </a:cubicBezTo>
                    <a:cubicBezTo>
                      <a:pt x="955" y="26081"/>
                      <a:pt x="413" y="26994"/>
                      <a:pt x="1" y="27957"/>
                    </a:cubicBezTo>
                    <a:cubicBezTo>
                      <a:pt x="10" y="27944"/>
                      <a:pt x="24" y="27929"/>
                      <a:pt x="34" y="27916"/>
                    </a:cubicBezTo>
                    <a:cubicBezTo>
                      <a:pt x="460" y="26976"/>
                      <a:pt x="1001" y="26085"/>
                      <a:pt x="1616" y="25260"/>
                    </a:cubicBezTo>
                    <a:cubicBezTo>
                      <a:pt x="2487" y="24059"/>
                      <a:pt x="3496" y="22962"/>
                      <a:pt x="4524" y="21884"/>
                    </a:cubicBezTo>
                    <a:cubicBezTo>
                      <a:pt x="6597" y="19755"/>
                      <a:pt x="8638" y="17581"/>
                      <a:pt x="10514" y="15269"/>
                    </a:cubicBezTo>
                    <a:cubicBezTo>
                      <a:pt x="11460" y="14119"/>
                      <a:pt x="12354" y="12930"/>
                      <a:pt x="13221" y="11719"/>
                    </a:cubicBezTo>
                    <a:lnTo>
                      <a:pt x="13863" y="10802"/>
                    </a:lnTo>
                    <a:lnTo>
                      <a:pt x="14483" y="9875"/>
                    </a:lnTo>
                    <a:cubicBezTo>
                      <a:pt x="14693" y="9568"/>
                      <a:pt x="14886" y="9252"/>
                      <a:pt x="15088" y="8939"/>
                    </a:cubicBezTo>
                    <a:cubicBezTo>
                      <a:pt x="15285" y="8623"/>
                      <a:pt x="15491" y="8312"/>
                      <a:pt x="15679" y="7990"/>
                    </a:cubicBezTo>
                    <a:lnTo>
                      <a:pt x="16248" y="7031"/>
                    </a:lnTo>
                    <a:cubicBezTo>
                      <a:pt x="16437" y="6710"/>
                      <a:pt x="16615" y="6385"/>
                      <a:pt x="16799" y="6059"/>
                    </a:cubicBezTo>
                    <a:lnTo>
                      <a:pt x="17070" y="5573"/>
                    </a:lnTo>
                    <a:lnTo>
                      <a:pt x="17326" y="5077"/>
                    </a:lnTo>
                    <a:cubicBezTo>
                      <a:pt x="17496" y="4747"/>
                      <a:pt x="17675" y="4421"/>
                      <a:pt x="17840" y="4087"/>
                    </a:cubicBezTo>
                    <a:cubicBezTo>
                      <a:pt x="18501" y="2752"/>
                      <a:pt x="19092" y="1385"/>
                      <a:pt x="19638" y="0"/>
                    </a:cubicBezTo>
                    <a:close/>
                  </a:path>
                </a:pathLst>
              </a:custGeom>
              <a:solidFill>
                <a:srgbClr val="426E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>
                <a:off x="982950" y="3318400"/>
                <a:ext cx="15475" cy="31350"/>
              </a:xfrm>
              <a:custGeom>
                <a:rect b="b" l="l" r="r" t="t"/>
                <a:pathLst>
                  <a:path extrusionOk="0" h="1254" w="619">
                    <a:moveTo>
                      <a:pt x="619" y="0"/>
                    </a:moveTo>
                    <a:lnTo>
                      <a:pt x="619" y="0"/>
                    </a:lnTo>
                    <a:cubicBezTo>
                      <a:pt x="371" y="394"/>
                      <a:pt x="174" y="822"/>
                      <a:pt x="0" y="1253"/>
                    </a:cubicBezTo>
                    <a:cubicBezTo>
                      <a:pt x="160" y="877"/>
                      <a:pt x="339" y="510"/>
                      <a:pt x="551" y="157"/>
                    </a:cubicBezTo>
                    <a:cubicBezTo>
                      <a:pt x="573" y="106"/>
                      <a:pt x="596" y="51"/>
                      <a:pt x="619" y="0"/>
                    </a:cubicBezTo>
                    <a:close/>
                  </a:path>
                </a:pathLst>
              </a:custGeom>
              <a:solidFill>
                <a:srgbClr val="DAF2F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5"/>
              <p:cNvSpPr/>
              <p:nvPr/>
            </p:nvSpPr>
            <p:spPr>
              <a:xfrm>
                <a:off x="996700" y="2889975"/>
                <a:ext cx="347025" cy="432350"/>
              </a:xfrm>
              <a:custGeom>
                <a:rect b="b" l="l" r="r" t="t"/>
                <a:pathLst>
                  <a:path extrusionOk="0" h="17294" w="13881">
                    <a:moveTo>
                      <a:pt x="13880" y="0"/>
                    </a:moveTo>
                    <a:lnTo>
                      <a:pt x="13880" y="0"/>
                    </a:lnTo>
                    <a:cubicBezTo>
                      <a:pt x="13119" y="1816"/>
                      <a:pt x="12197" y="3565"/>
                      <a:pt x="11124" y="5216"/>
                    </a:cubicBezTo>
                    <a:cubicBezTo>
                      <a:pt x="10591" y="6046"/>
                      <a:pt x="10019" y="6844"/>
                      <a:pt x="9413" y="7619"/>
                    </a:cubicBezTo>
                    <a:cubicBezTo>
                      <a:pt x="9110" y="8009"/>
                      <a:pt x="8793" y="8381"/>
                      <a:pt x="8477" y="8762"/>
                    </a:cubicBezTo>
                    <a:cubicBezTo>
                      <a:pt x="8151" y="9128"/>
                      <a:pt x="7826" y="9501"/>
                      <a:pt x="7487" y="9853"/>
                    </a:cubicBezTo>
                    <a:cubicBezTo>
                      <a:pt x="6812" y="10568"/>
                      <a:pt x="6110" y="11256"/>
                      <a:pt x="5367" y="11908"/>
                    </a:cubicBezTo>
                    <a:cubicBezTo>
                      <a:pt x="4633" y="12560"/>
                      <a:pt x="3858" y="13170"/>
                      <a:pt x="3111" y="13816"/>
                    </a:cubicBezTo>
                    <a:cubicBezTo>
                      <a:pt x="2738" y="14137"/>
                      <a:pt x="2367" y="14463"/>
                      <a:pt x="2014" y="14807"/>
                    </a:cubicBezTo>
                    <a:cubicBezTo>
                      <a:pt x="1830" y="14972"/>
                      <a:pt x="1661" y="15151"/>
                      <a:pt x="1487" y="15325"/>
                    </a:cubicBezTo>
                    <a:cubicBezTo>
                      <a:pt x="1322" y="15509"/>
                      <a:pt x="1147" y="15683"/>
                      <a:pt x="991" y="15876"/>
                    </a:cubicBezTo>
                    <a:cubicBezTo>
                      <a:pt x="665" y="16248"/>
                      <a:pt x="376" y="16651"/>
                      <a:pt x="111" y="17069"/>
                    </a:cubicBezTo>
                    <a:cubicBezTo>
                      <a:pt x="96" y="17091"/>
                      <a:pt x="83" y="17114"/>
                      <a:pt x="69" y="17137"/>
                    </a:cubicBezTo>
                    <a:cubicBezTo>
                      <a:pt x="46" y="17188"/>
                      <a:pt x="23" y="17243"/>
                      <a:pt x="1" y="17294"/>
                    </a:cubicBezTo>
                    <a:cubicBezTo>
                      <a:pt x="41" y="17224"/>
                      <a:pt x="88" y="17152"/>
                      <a:pt x="133" y="17082"/>
                    </a:cubicBezTo>
                    <a:cubicBezTo>
                      <a:pt x="403" y="16669"/>
                      <a:pt x="702" y="16275"/>
                      <a:pt x="1032" y="15913"/>
                    </a:cubicBezTo>
                    <a:cubicBezTo>
                      <a:pt x="1188" y="15725"/>
                      <a:pt x="1362" y="15550"/>
                      <a:pt x="1532" y="15372"/>
                    </a:cubicBezTo>
                    <a:cubicBezTo>
                      <a:pt x="1707" y="15198"/>
                      <a:pt x="1876" y="15023"/>
                      <a:pt x="2059" y="14857"/>
                    </a:cubicBezTo>
                    <a:cubicBezTo>
                      <a:pt x="2417" y="14518"/>
                      <a:pt x="2793" y="14201"/>
                      <a:pt x="3170" y="13881"/>
                    </a:cubicBezTo>
                    <a:cubicBezTo>
                      <a:pt x="3922" y="13248"/>
                      <a:pt x="4697" y="12638"/>
                      <a:pt x="5436" y="11982"/>
                    </a:cubicBezTo>
                    <a:cubicBezTo>
                      <a:pt x="6179" y="11335"/>
                      <a:pt x="6890" y="10647"/>
                      <a:pt x="7569" y="9931"/>
                    </a:cubicBezTo>
                    <a:cubicBezTo>
                      <a:pt x="7908" y="9573"/>
                      <a:pt x="8230" y="9198"/>
                      <a:pt x="8560" y="8830"/>
                    </a:cubicBezTo>
                    <a:cubicBezTo>
                      <a:pt x="8871" y="8449"/>
                      <a:pt x="9193" y="8074"/>
                      <a:pt x="9490" y="7679"/>
                    </a:cubicBezTo>
                    <a:cubicBezTo>
                      <a:pt x="10096" y="6899"/>
                      <a:pt x="10674" y="6101"/>
                      <a:pt x="11197" y="5262"/>
                    </a:cubicBezTo>
                    <a:cubicBezTo>
                      <a:pt x="11725" y="4427"/>
                      <a:pt x="12220" y="3573"/>
                      <a:pt x="12669" y="2697"/>
                    </a:cubicBezTo>
                    <a:cubicBezTo>
                      <a:pt x="13110" y="1816"/>
                      <a:pt x="13518" y="918"/>
                      <a:pt x="13880" y="0"/>
                    </a:cubicBezTo>
                    <a:close/>
                  </a:path>
                </a:pathLst>
              </a:custGeom>
              <a:solidFill>
                <a:srgbClr val="426E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5"/>
              <p:cNvSpPr/>
              <p:nvPr/>
            </p:nvSpPr>
            <p:spPr>
              <a:xfrm>
                <a:off x="1073300" y="3097425"/>
                <a:ext cx="16525" cy="21675"/>
              </a:xfrm>
              <a:custGeom>
                <a:rect b="b" l="l" r="r" t="t"/>
                <a:pathLst>
                  <a:path extrusionOk="0" h="867" w="661">
                    <a:moveTo>
                      <a:pt x="661" y="0"/>
                    </a:moveTo>
                    <a:lnTo>
                      <a:pt x="468" y="257"/>
                    </a:lnTo>
                    <a:lnTo>
                      <a:pt x="0" y="867"/>
                    </a:lnTo>
                    <a:lnTo>
                      <a:pt x="491" y="276"/>
                    </a:lnTo>
                    <a:lnTo>
                      <a:pt x="615" y="124"/>
                    </a:lnTo>
                    <a:cubicBezTo>
                      <a:pt x="629" y="83"/>
                      <a:pt x="647" y="41"/>
                      <a:pt x="661" y="0"/>
                    </a:cubicBezTo>
                    <a:close/>
                  </a:path>
                </a:pathLst>
              </a:custGeom>
              <a:solidFill>
                <a:srgbClr val="DAF2F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5"/>
              <p:cNvSpPr/>
              <p:nvPr/>
            </p:nvSpPr>
            <p:spPr>
              <a:xfrm>
                <a:off x="1088650" y="2862700"/>
                <a:ext cx="155075" cy="237825"/>
              </a:xfrm>
              <a:custGeom>
                <a:rect b="b" l="l" r="r" t="t"/>
                <a:pathLst>
                  <a:path extrusionOk="0" h="9513" w="6203">
                    <a:moveTo>
                      <a:pt x="6203" y="0"/>
                    </a:moveTo>
                    <a:cubicBezTo>
                      <a:pt x="5693" y="894"/>
                      <a:pt x="5179" y="1779"/>
                      <a:pt x="4643" y="2655"/>
                    </a:cubicBezTo>
                    <a:cubicBezTo>
                      <a:pt x="4106" y="3532"/>
                      <a:pt x="3555" y="4404"/>
                      <a:pt x="2987" y="5257"/>
                    </a:cubicBezTo>
                    <a:cubicBezTo>
                      <a:pt x="2418" y="6114"/>
                      <a:pt x="1831" y="6953"/>
                      <a:pt x="1230" y="7789"/>
                    </a:cubicBezTo>
                    <a:lnTo>
                      <a:pt x="776" y="8412"/>
                    </a:lnTo>
                    <a:lnTo>
                      <a:pt x="318" y="9032"/>
                    </a:lnTo>
                    <a:lnTo>
                      <a:pt x="47" y="9389"/>
                    </a:lnTo>
                    <a:cubicBezTo>
                      <a:pt x="33" y="9430"/>
                      <a:pt x="15" y="9472"/>
                      <a:pt x="1" y="9513"/>
                    </a:cubicBezTo>
                    <a:lnTo>
                      <a:pt x="363" y="9064"/>
                    </a:lnTo>
                    <a:lnTo>
                      <a:pt x="836" y="8454"/>
                    </a:lnTo>
                    <a:lnTo>
                      <a:pt x="1299" y="7839"/>
                    </a:lnTo>
                    <a:cubicBezTo>
                      <a:pt x="1918" y="7014"/>
                      <a:pt x="2505" y="6169"/>
                      <a:pt x="3079" y="5316"/>
                    </a:cubicBezTo>
                    <a:cubicBezTo>
                      <a:pt x="3643" y="4459"/>
                      <a:pt x="4194" y="3587"/>
                      <a:pt x="4717" y="2702"/>
                    </a:cubicBezTo>
                    <a:cubicBezTo>
                      <a:pt x="5240" y="1817"/>
                      <a:pt x="5735" y="917"/>
                      <a:pt x="6203" y="0"/>
                    </a:cubicBezTo>
                    <a:close/>
                  </a:path>
                </a:pathLst>
              </a:custGeom>
              <a:solidFill>
                <a:srgbClr val="426E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5"/>
              <p:cNvSpPr/>
              <p:nvPr/>
            </p:nvSpPr>
            <p:spPr>
              <a:xfrm>
                <a:off x="965375" y="4300025"/>
                <a:ext cx="999875" cy="42325"/>
              </a:xfrm>
              <a:custGeom>
                <a:rect b="b" l="l" r="r" t="t"/>
                <a:pathLst>
                  <a:path extrusionOk="0" h="1693" w="39995">
                    <a:moveTo>
                      <a:pt x="1" y="0"/>
                    </a:moveTo>
                    <a:lnTo>
                      <a:pt x="1" y="1692"/>
                    </a:lnTo>
                    <a:lnTo>
                      <a:pt x="39995" y="1692"/>
                    </a:lnTo>
                    <a:lnTo>
                      <a:pt x="39995" y="0"/>
                    </a:lnTo>
                    <a:close/>
                  </a:path>
                </a:pathLst>
              </a:custGeom>
              <a:solidFill>
                <a:srgbClr val="9DDCF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5"/>
              <p:cNvSpPr/>
              <p:nvPr/>
            </p:nvSpPr>
            <p:spPr>
              <a:xfrm>
                <a:off x="1301375" y="3746025"/>
                <a:ext cx="857800" cy="596325"/>
              </a:xfrm>
              <a:custGeom>
                <a:rect b="b" l="l" r="r" t="t"/>
                <a:pathLst>
                  <a:path extrusionOk="0" h="23853" w="34312">
                    <a:moveTo>
                      <a:pt x="9478" y="1"/>
                    </a:moveTo>
                    <a:cubicBezTo>
                      <a:pt x="8648" y="1"/>
                      <a:pt x="7895" y="634"/>
                      <a:pt x="7564" y="1606"/>
                    </a:cubicBezTo>
                    <a:lnTo>
                      <a:pt x="0" y="23852"/>
                    </a:lnTo>
                    <a:lnTo>
                      <a:pt x="26555" y="23852"/>
                    </a:lnTo>
                    <a:lnTo>
                      <a:pt x="33995" y="1964"/>
                    </a:lnTo>
                    <a:cubicBezTo>
                      <a:pt x="34311" y="1037"/>
                      <a:pt x="33780" y="1"/>
                      <a:pt x="32990" y="1"/>
                    </a:cubicBezTo>
                    <a:close/>
                  </a:path>
                </a:pathLst>
              </a:custGeom>
              <a:solidFill>
                <a:srgbClr val="9DDCF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5"/>
              <p:cNvSpPr/>
              <p:nvPr/>
            </p:nvSpPr>
            <p:spPr>
              <a:xfrm>
                <a:off x="1321225" y="3746025"/>
                <a:ext cx="861450" cy="596325"/>
              </a:xfrm>
              <a:custGeom>
                <a:rect b="b" l="l" r="r" t="t"/>
                <a:pathLst>
                  <a:path extrusionOk="0" h="23853" w="34458">
                    <a:moveTo>
                      <a:pt x="9188" y="1"/>
                    </a:moveTo>
                    <a:cubicBezTo>
                      <a:pt x="8532" y="1"/>
                      <a:pt x="7941" y="496"/>
                      <a:pt x="7683" y="1261"/>
                    </a:cubicBezTo>
                    <a:lnTo>
                      <a:pt x="0" y="23852"/>
                    </a:lnTo>
                    <a:lnTo>
                      <a:pt x="26559" y="23852"/>
                    </a:lnTo>
                    <a:lnTo>
                      <a:pt x="34269" y="1165"/>
                    </a:lnTo>
                    <a:cubicBezTo>
                      <a:pt x="34458" y="615"/>
                      <a:pt x="34142" y="1"/>
                      <a:pt x="33674" y="1"/>
                    </a:cubicBezTo>
                    <a:close/>
                  </a:path>
                </a:pathLst>
              </a:custGeom>
              <a:solidFill>
                <a:srgbClr val="55A3F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5"/>
              <p:cNvSpPr/>
              <p:nvPr/>
            </p:nvSpPr>
            <p:spPr>
              <a:xfrm>
                <a:off x="1722125" y="3962300"/>
                <a:ext cx="178925" cy="163775"/>
              </a:xfrm>
              <a:custGeom>
                <a:rect b="b" l="l" r="r" t="t"/>
                <a:pathLst>
                  <a:path extrusionOk="0" h="6551" w="7157">
                    <a:moveTo>
                      <a:pt x="4129" y="0"/>
                    </a:moveTo>
                    <a:cubicBezTo>
                      <a:pt x="2317" y="0"/>
                      <a:pt x="606" y="1468"/>
                      <a:pt x="303" y="3275"/>
                    </a:cubicBezTo>
                    <a:cubicBezTo>
                      <a:pt x="1" y="5083"/>
                      <a:pt x="1220" y="6551"/>
                      <a:pt x="3028" y="6551"/>
                    </a:cubicBezTo>
                    <a:cubicBezTo>
                      <a:pt x="4836" y="6551"/>
                      <a:pt x="6546" y="5083"/>
                      <a:pt x="6854" y="3275"/>
                    </a:cubicBezTo>
                    <a:cubicBezTo>
                      <a:pt x="7156" y="1468"/>
                      <a:pt x="5937" y="0"/>
                      <a:pt x="4129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5"/>
              <p:cNvSpPr/>
              <p:nvPr/>
            </p:nvSpPr>
            <p:spPr>
              <a:xfrm>
                <a:off x="2127025" y="3091125"/>
                <a:ext cx="58175" cy="208600"/>
              </a:xfrm>
              <a:custGeom>
                <a:rect b="b" l="l" r="r" t="t"/>
                <a:pathLst>
                  <a:path extrusionOk="0" h="8344" w="2327">
                    <a:moveTo>
                      <a:pt x="1965" y="0"/>
                    </a:moveTo>
                    <a:lnTo>
                      <a:pt x="1914" y="45"/>
                    </a:lnTo>
                    <a:lnTo>
                      <a:pt x="1432" y="500"/>
                    </a:lnTo>
                    <a:cubicBezTo>
                      <a:pt x="1272" y="651"/>
                      <a:pt x="1112" y="803"/>
                      <a:pt x="951" y="954"/>
                    </a:cubicBezTo>
                    <a:cubicBezTo>
                      <a:pt x="634" y="1262"/>
                      <a:pt x="313" y="1565"/>
                      <a:pt x="1" y="1876"/>
                    </a:cubicBezTo>
                    <a:cubicBezTo>
                      <a:pt x="336" y="1592"/>
                      <a:pt x="671" y="1298"/>
                      <a:pt x="1001" y="1009"/>
                    </a:cubicBezTo>
                    <a:cubicBezTo>
                      <a:pt x="1171" y="867"/>
                      <a:pt x="1332" y="720"/>
                      <a:pt x="1497" y="574"/>
                    </a:cubicBezTo>
                    <a:lnTo>
                      <a:pt x="1940" y="184"/>
                    </a:lnTo>
                    <a:lnTo>
                      <a:pt x="1940" y="184"/>
                    </a:lnTo>
                    <a:cubicBezTo>
                      <a:pt x="2013" y="311"/>
                      <a:pt x="2066" y="459"/>
                      <a:pt x="2102" y="606"/>
                    </a:cubicBezTo>
                    <a:cubicBezTo>
                      <a:pt x="2143" y="775"/>
                      <a:pt x="2166" y="949"/>
                      <a:pt x="2171" y="1124"/>
                    </a:cubicBezTo>
                    <a:cubicBezTo>
                      <a:pt x="2175" y="1477"/>
                      <a:pt x="2116" y="1830"/>
                      <a:pt x="2001" y="2165"/>
                    </a:cubicBezTo>
                    <a:cubicBezTo>
                      <a:pt x="1891" y="2505"/>
                      <a:pt x="1740" y="2831"/>
                      <a:pt x="1556" y="3128"/>
                    </a:cubicBezTo>
                    <a:cubicBezTo>
                      <a:pt x="1459" y="3280"/>
                      <a:pt x="1355" y="3422"/>
                      <a:pt x="1239" y="3555"/>
                    </a:cubicBezTo>
                    <a:cubicBezTo>
                      <a:pt x="1125" y="3688"/>
                      <a:pt x="997" y="3816"/>
                      <a:pt x="864" y="3908"/>
                    </a:cubicBezTo>
                    <a:lnTo>
                      <a:pt x="790" y="3959"/>
                    </a:lnTo>
                    <a:lnTo>
                      <a:pt x="841" y="4027"/>
                    </a:lnTo>
                    <a:cubicBezTo>
                      <a:pt x="1074" y="4321"/>
                      <a:pt x="1272" y="4656"/>
                      <a:pt x="1442" y="4999"/>
                    </a:cubicBezTo>
                    <a:cubicBezTo>
                      <a:pt x="1611" y="5340"/>
                      <a:pt x="1753" y="5697"/>
                      <a:pt x="1868" y="6064"/>
                    </a:cubicBezTo>
                    <a:cubicBezTo>
                      <a:pt x="1982" y="6431"/>
                      <a:pt x="2060" y="6807"/>
                      <a:pt x="2120" y="7188"/>
                    </a:cubicBezTo>
                    <a:cubicBezTo>
                      <a:pt x="2171" y="7569"/>
                      <a:pt x="2198" y="7959"/>
                      <a:pt x="2171" y="8344"/>
                    </a:cubicBezTo>
                    <a:cubicBezTo>
                      <a:pt x="2226" y="7959"/>
                      <a:pt x="2217" y="7569"/>
                      <a:pt x="2185" y="7179"/>
                    </a:cubicBezTo>
                    <a:cubicBezTo>
                      <a:pt x="2153" y="6794"/>
                      <a:pt x="2079" y="6409"/>
                      <a:pt x="1974" y="6032"/>
                    </a:cubicBezTo>
                    <a:cubicBezTo>
                      <a:pt x="1868" y="5656"/>
                      <a:pt x="1740" y="5289"/>
                      <a:pt x="1569" y="4936"/>
                    </a:cubicBezTo>
                    <a:cubicBezTo>
                      <a:pt x="1412" y="4607"/>
                      <a:pt x="1234" y="4290"/>
                      <a:pt x="1014" y="3992"/>
                    </a:cubicBezTo>
                    <a:lnTo>
                      <a:pt x="1014" y="3992"/>
                    </a:lnTo>
                    <a:cubicBezTo>
                      <a:pt x="1296" y="3779"/>
                      <a:pt x="1507" y="3509"/>
                      <a:pt x="1698" y="3220"/>
                    </a:cubicBezTo>
                    <a:cubicBezTo>
                      <a:pt x="1891" y="2903"/>
                      <a:pt x="2043" y="2564"/>
                      <a:pt x="2153" y="2215"/>
                    </a:cubicBezTo>
                    <a:cubicBezTo>
                      <a:pt x="2267" y="1867"/>
                      <a:pt x="2327" y="1495"/>
                      <a:pt x="2318" y="1119"/>
                    </a:cubicBezTo>
                    <a:cubicBezTo>
                      <a:pt x="2304" y="748"/>
                      <a:pt x="2217" y="376"/>
                      <a:pt x="2001" y="55"/>
                    </a:cubicBezTo>
                    <a:lnTo>
                      <a:pt x="1965" y="0"/>
                    </a:ln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5"/>
              <p:cNvSpPr/>
              <p:nvPr/>
            </p:nvSpPr>
            <p:spPr>
              <a:xfrm>
                <a:off x="2182200" y="3265200"/>
                <a:ext cx="44625" cy="23100"/>
              </a:xfrm>
              <a:custGeom>
                <a:rect b="b" l="l" r="r" t="t"/>
                <a:pathLst>
                  <a:path extrusionOk="0" h="924" w="1785">
                    <a:moveTo>
                      <a:pt x="1" y="0"/>
                    </a:moveTo>
                    <a:lnTo>
                      <a:pt x="1" y="0"/>
                    </a:lnTo>
                    <a:cubicBezTo>
                      <a:pt x="88" y="156"/>
                      <a:pt x="194" y="299"/>
                      <a:pt x="313" y="431"/>
                    </a:cubicBezTo>
                    <a:cubicBezTo>
                      <a:pt x="436" y="564"/>
                      <a:pt x="573" y="678"/>
                      <a:pt x="734" y="771"/>
                    </a:cubicBezTo>
                    <a:cubicBezTo>
                      <a:pt x="899" y="858"/>
                      <a:pt x="1079" y="917"/>
                      <a:pt x="1267" y="922"/>
                    </a:cubicBezTo>
                    <a:cubicBezTo>
                      <a:pt x="1284" y="923"/>
                      <a:pt x="1302" y="923"/>
                      <a:pt x="1319" y="923"/>
                    </a:cubicBezTo>
                    <a:cubicBezTo>
                      <a:pt x="1486" y="923"/>
                      <a:pt x="1656" y="879"/>
                      <a:pt x="1784" y="780"/>
                    </a:cubicBezTo>
                    <a:lnTo>
                      <a:pt x="1784" y="780"/>
                    </a:lnTo>
                    <a:cubicBezTo>
                      <a:pt x="1689" y="805"/>
                      <a:pt x="1596" y="816"/>
                      <a:pt x="1504" y="816"/>
                    </a:cubicBezTo>
                    <a:cubicBezTo>
                      <a:pt x="1428" y="816"/>
                      <a:pt x="1353" y="809"/>
                      <a:pt x="1280" y="794"/>
                    </a:cubicBezTo>
                    <a:cubicBezTo>
                      <a:pt x="1119" y="761"/>
                      <a:pt x="959" y="706"/>
                      <a:pt x="817" y="623"/>
                    </a:cubicBezTo>
                    <a:cubicBezTo>
                      <a:pt x="670" y="546"/>
                      <a:pt x="537" y="445"/>
                      <a:pt x="404" y="335"/>
                    </a:cubicBezTo>
                    <a:cubicBezTo>
                      <a:pt x="271" y="229"/>
                      <a:pt x="143" y="110"/>
                      <a:pt x="1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5"/>
              <p:cNvSpPr/>
              <p:nvPr/>
            </p:nvSpPr>
            <p:spPr>
              <a:xfrm>
                <a:off x="2191475" y="3101200"/>
                <a:ext cx="24000" cy="173400"/>
              </a:xfrm>
              <a:custGeom>
                <a:rect b="b" l="l" r="r" t="t"/>
                <a:pathLst>
                  <a:path extrusionOk="0" h="6936" w="960">
                    <a:moveTo>
                      <a:pt x="708" y="0"/>
                    </a:moveTo>
                    <a:lnTo>
                      <a:pt x="708" y="0"/>
                    </a:lnTo>
                    <a:cubicBezTo>
                      <a:pt x="795" y="1170"/>
                      <a:pt x="795" y="2340"/>
                      <a:pt x="676" y="3501"/>
                    </a:cubicBezTo>
                    <a:cubicBezTo>
                      <a:pt x="560" y="4661"/>
                      <a:pt x="322" y="5807"/>
                      <a:pt x="1" y="6936"/>
                    </a:cubicBezTo>
                    <a:cubicBezTo>
                      <a:pt x="450" y="5849"/>
                      <a:pt x="721" y="4689"/>
                      <a:pt x="845" y="3519"/>
                    </a:cubicBezTo>
                    <a:cubicBezTo>
                      <a:pt x="960" y="2345"/>
                      <a:pt x="928" y="1152"/>
                      <a:pt x="708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5"/>
              <p:cNvSpPr/>
              <p:nvPr/>
            </p:nvSpPr>
            <p:spPr>
              <a:xfrm>
                <a:off x="2209050" y="3115300"/>
                <a:ext cx="57825" cy="170775"/>
              </a:xfrm>
              <a:custGeom>
                <a:rect b="b" l="l" r="r" t="t"/>
                <a:pathLst>
                  <a:path extrusionOk="0" h="6831" w="2313">
                    <a:moveTo>
                      <a:pt x="2257" y="1"/>
                    </a:moveTo>
                    <a:cubicBezTo>
                      <a:pt x="2252" y="157"/>
                      <a:pt x="2252" y="308"/>
                      <a:pt x="2252" y="460"/>
                    </a:cubicBezTo>
                    <a:lnTo>
                      <a:pt x="2230" y="918"/>
                    </a:lnTo>
                    <a:lnTo>
                      <a:pt x="2188" y="1377"/>
                    </a:lnTo>
                    <a:lnTo>
                      <a:pt x="2128" y="1831"/>
                    </a:lnTo>
                    <a:cubicBezTo>
                      <a:pt x="2037" y="2432"/>
                      <a:pt x="1899" y="3028"/>
                      <a:pt x="1707" y="3606"/>
                    </a:cubicBezTo>
                    <a:cubicBezTo>
                      <a:pt x="1514" y="4184"/>
                      <a:pt x="1275" y="4744"/>
                      <a:pt x="991" y="5285"/>
                    </a:cubicBezTo>
                    <a:lnTo>
                      <a:pt x="765" y="5684"/>
                    </a:lnTo>
                    <a:lnTo>
                      <a:pt x="528" y="6075"/>
                    </a:lnTo>
                    <a:lnTo>
                      <a:pt x="270" y="6460"/>
                    </a:lnTo>
                    <a:cubicBezTo>
                      <a:pt x="179" y="6579"/>
                      <a:pt x="92" y="6702"/>
                      <a:pt x="0" y="6831"/>
                    </a:cubicBezTo>
                    <a:cubicBezTo>
                      <a:pt x="105" y="6716"/>
                      <a:pt x="206" y="6602"/>
                      <a:pt x="307" y="6487"/>
                    </a:cubicBezTo>
                    <a:lnTo>
                      <a:pt x="596" y="6124"/>
                    </a:lnTo>
                    <a:lnTo>
                      <a:pt x="858" y="5744"/>
                    </a:lnTo>
                    <a:lnTo>
                      <a:pt x="1106" y="5349"/>
                    </a:lnTo>
                    <a:cubicBezTo>
                      <a:pt x="1417" y="4817"/>
                      <a:pt x="1669" y="4248"/>
                      <a:pt x="1866" y="3657"/>
                    </a:cubicBezTo>
                    <a:cubicBezTo>
                      <a:pt x="2059" y="3069"/>
                      <a:pt x="2192" y="2464"/>
                      <a:pt x="2262" y="1849"/>
                    </a:cubicBezTo>
                    <a:lnTo>
                      <a:pt x="2298" y="1386"/>
                    </a:lnTo>
                    <a:lnTo>
                      <a:pt x="2312" y="922"/>
                    </a:lnTo>
                    <a:lnTo>
                      <a:pt x="2298" y="460"/>
                    </a:lnTo>
                    <a:cubicBezTo>
                      <a:pt x="2285" y="308"/>
                      <a:pt x="2270" y="152"/>
                      <a:pt x="2257" y="1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2" name="Google Shape;162;p15"/>
          <p:cNvSpPr/>
          <p:nvPr/>
        </p:nvSpPr>
        <p:spPr>
          <a:xfrm>
            <a:off x="7946000" y="764000"/>
            <a:ext cx="370500" cy="370500"/>
          </a:xfrm>
          <a:prstGeom prst="star8">
            <a:avLst>
              <a:gd fmla="val 21808" name="adj"/>
            </a:avLst>
          </a:prstGeom>
          <a:solidFill>
            <a:srgbClr val="55A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8224150" y="330250"/>
            <a:ext cx="409497" cy="409497"/>
          </a:xfrm>
          <a:custGeom>
            <a:rect b="b" l="l" r="r" t="t"/>
            <a:pathLst>
              <a:path extrusionOk="0" h="6138" w="6138">
                <a:moveTo>
                  <a:pt x="3069" y="1"/>
                </a:moveTo>
                <a:lnTo>
                  <a:pt x="2332" y="2106"/>
                </a:lnTo>
                <a:lnTo>
                  <a:pt x="1" y="3069"/>
                </a:lnTo>
                <a:lnTo>
                  <a:pt x="2332" y="4079"/>
                </a:lnTo>
                <a:lnTo>
                  <a:pt x="3069" y="6138"/>
                </a:lnTo>
                <a:lnTo>
                  <a:pt x="4021" y="3899"/>
                </a:lnTo>
                <a:lnTo>
                  <a:pt x="6137" y="3069"/>
                </a:lnTo>
                <a:lnTo>
                  <a:pt x="3802" y="2210"/>
                </a:lnTo>
                <a:lnTo>
                  <a:pt x="3069" y="1"/>
                </a:lnTo>
                <a:close/>
              </a:path>
            </a:pathLst>
          </a:custGeom>
          <a:solidFill>
            <a:srgbClr val="55A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>
            <a:off x="4937131" y="781601"/>
            <a:ext cx="550788" cy="335302"/>
            <a:chOff x="8291456" y="3737976"/>
            <a:chExt cx="550788" cy="335302"/>
          </a:xfrm>
        </p:grpSpPr>
        <p:sp>
          <p:nvSpPr>
            <p:cNvPr id="165" name="Google Shape;165;p15"/>
            <p:cNvSpPr/>
            <p:nvPr/>
          </p:nvSpPr>
          <p:spPr>
            <a:xfrm>
              <a:off x="8474968" y="3913659"/>
              <a:ext cx="367276" cy="159619"/>
            </a:xfrm>
            <a:custGeom>
              <a:rect b="b" l="l" r="r" t="t"/>
              <a:pathLst>
                <a:path extrusionOk="0" h="3160" w="7271">
                  <a:moveTo>
                    <a:pt x="0" y="0"/>
                  </a:moveTo>
                  <a:lnTo>
                    <a:pt x="0" y="3160"/>
                  </a:lnTo>
                  <a:lnTo>
                    <a:pt x="7270" y="3160"/>
                  </a:lnTo>
                  <a:lnTo>
                    <a:pt x="7270" y="0"/>
                  </a:lnTo>
                  <a:close/>
                </a:path>
              </a:pathLst>
            </a:custGeom>
            <a:solidFill>
              <a:srgbClr val="DDE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8291456" y="3737976"/>
              <a:ext cx="367276" cy="159923"/>
            </a:xfrm>
            <a:custGeom>
              <a:rect b="b" l="l" r="r" t="t"/>
              <a:pathLst>
                <a:path extrusionOk="0" h="3166" w="7271">
                  <a:moveTo>
                    <a:pt x="0" y="0"/>
                  </a:moveTo>
                  <a:lnTo>
                    <a:pt x="0" y="3165"/>
                  </a:lnTo>
                  <a:lnTo>
                    <a:pt x="7270" y="3165"/>
                  </a:lnTo>
                  <a:lnTo>
                    <a:pt x="7270" y="0"/>
                  </a:lnTo>
                  <a:close/>
                </a:path>
              </a:pathLst>
            </a:custGeom>
            <a:solidFill>
              <a:srgbClr val="DDE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" name="Google Shape;167;p15"/>
          <p:cNvGrpSpPr/>
          <p:nvPr/>
        </p:nvGrpSpPr>
        <p:grpSpPr>
          <a:xfrm>
            <a:off x="7878320" y="4273393"/>
            <a:ext cx="550839" cy="335100"/>
            <a:chOff x="7457545" y="2679518"/>
            <a:chExt cx="550839" cy="335100"/>
          </a:xfrm>
        </p:grpSpPr>
        <p:sp>
          <p:nvSpPr>
            <p:cNvPr id="168" name="Google Shape;168;p15"/>
            <p:cNvSpPr/>
            <p:nvPr/>
          </p:nvSpPr>
          <p:spPr>
            <a:xfrm>
              <a:off x="7641057" y="2854898"/>
              <a:ext cx="367327" cy="159721"/>
            </a:xfrm>
            <a:custGeom>
              <a:rect b="b" l="l" r="r" t="t"/>
              <a:pathLst>
                <a:path extrusionOk="0" h="3162" w="7272">
                  <a:moveTo>
                    <a:pt x="0" y="1"/>
                  </a:moveTo>
                  <a:lnTo>
                    <a:pt x="0" y="3161"/>
                  </a:lnTo>
                  <a:lnTo>
                    <a:pt x="7272" y="3161"/>
                  </a:lnTo>
                  <a:lnTo>
                    <a:pt x="7272" y="1"/>
                  </a:lnTo>
                  <a:close/>
                </a:path>
              </a:pathLst>
            </a:custGeom>
            <a:solidFill>
              <a:srgbClr val="DDE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7457545" y="2679518"/>
              <a:ext cx="367327" cy="159670"/>
            </a:xfrm>
            <a:custGeom>
              <a:rect b="b" l="l" r="r" t="t"/>
              <a:pathLst>
                <a:path extrusionOk="0" h="3161" w="7272">
                  <a:moveTo>
                    <a:pt x="0" y="0"/>
                  </a:moveTo>
                  <a:lnTo>
                    <a:pt x="0" y="3161"/>
                  </a:lnTo>
                  <a:lnTo>
                    <a:pt x="7272" y="3161"/>
                  </a:lnTo>
                  <a:lnTo>
                    <a:pt x="7272" y="0"/>
                  </a:lnTo>
                  <a:close/>
                </a:path>
              </a:pathLst>
            </a:custGeom>
            <a:solidFill>
              <a:srgbClr val="DDE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" name="Google Shape;170;p15"/>
          <p:cNvGrpSpPr/>
          <p:nvPr/>
        </p:nvGrpSpPr>
        <p:grpSpPr>
          <a:xfrm>
            <a:off x="4131814" y="4268641"/>
            <a:ext cx="946503" cy="524168"/>
            <a:chOff x="5902164" y="3157083"/>
            <a:chExt cx="946503" cy="524168"/>
          </a:xfrm>
        </p:grpSpPr>
        <p:sp>
          <p:nvSpPr>
            <p:cNvPr id="171" name="Google Shape;171;p15"/>
            <p:cNvSpPr/>
            <p:nvPr/>
          </p:nvSpPr>
          <p:spPr>
            <a:xfrm>
              <a:off x="6481593" y="3332765"/>
              <a:ext cx="367074" cy="159670"/>
            </a:xfrm>
            <a:custGeom>
              <a:rect b="b" l="l" r="r" t="t"/>
              <a:pathLst>
                <a:path extrusionOk="0" h="3161" w="7267">
                  <a:moveTo>
                    <a:pt x="1" y="0"/>
                  </a:moveTo>
                  <a:lnTo>
                    <a:pt x="1" y="3161"/>
                  </a:lnTo>
                  <a:lnTo>
                    <a:pt x="7267" y="3161"/>
                  </a:lnTo>
                  <a:lnTo>
                    <a:pt x="7267" y="0"/>
                  </a:lnTo>
                  <a:close/>
                </a:path>
              </a:pathLst>
            </a:custGeom>
            <a:solidFill>
              <a:srgbClr val="DDE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6085929" y="3332765"/>
              <a:ext cx="367024" cy="159670"/>
            </a:xfrm>
            <a:custGeom>
              <a:rect b="b" l="l" r="r" t="t"/>
              <a:pathLst>
                <a:path extrusionOk="0" h="3161" w="7266">
                  <a:moveTo>
                    <a:pt x="0" y="0"/>
                  </a:moveTo>
                  <a:lnTo>
                    <a:pt x="0" y="3161"/>
                  </a:lnTo>
                  <a:lnTo>
                    <a:pt x="7266" y="3161"/>
                  </a:lnTo>
                  <a:lnTo>
                    <a:pt x="7266" y="0"/>
                  </a:lnTo>
                  <a:close/>
                </a:path>
              </a:pathLst>
            </a:custGeom>
            <a:solidFill>
              <a:srgbClr val="DDE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6286312" y="3521328"/>
              <a:ext cx="367074" cy="159923"/>
            </a:xfrm>
            <a:custGeom>
              <a:rect b="b" l="l" r="r" t="t"/>
              <a:pathLst>
                <a:path extrusionOk="0" h="3166" w="7267">
                  <a:moveTo>
                    <a:pt x="1" y="0"/>
                  </a:moveTo>
                  <a:lnTo>
                    <a:pt x="1" y="3165"/>
                  </a:lnTo>
                  <a:lnTo>
                    <a:pt x="7266" y="3165"/>
                  </a:lnTo>
                  <a:lnTo>
                    <a:pt x="7266" y="0"/>
                  </a:lnTo>
                  <a:close/>
                </a:path>
              </a:pathLst>
            </a:custGeom>
            <a:solidFill>
              <a:srgbClr val="DDE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5902164" y="3157083"/>
              <a:ext cx="367327" cy="159721"/>
            </a:xfrm>
            <a:custGeom>
              <a:rect b="b" l="l" r="r" t="t"/>
              <a:pathLst>
                <a:path extrusionOk="0" h="3162" w="7272">
                  <a:moveTo>
                    <a:pt x="1" y="1"/>
                  </a:moveTo>
                  <a:lnTo>
                    <a:pt x="1" y="3161"/>
                  </a:lnTo>
                  <a:lnTo>
                    <a:pt x="7271" y="3161"/>
                  </a:lnTo>
                  <a:lnTo>
                    <a:pt x="7271" y="1"/>
                  </a:lnTo>
                  <a:close/>
                </a:path>
              </a:pathLst>
            </a:custGeom>
            <a:solidFill>
              <a:srgbClr val="DDE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" name="Google Shape;175;p15"/>
          <p:cNvGrpSpPr/>
          <p:nvPr/>
        </p:nvGrpSpPr>
        <p:grpSpPr>
          <a:xfrm>
            <a:off x="3132545" y="3325118"/>
            <a:ext cx="550839" cy="335100"/>
            <a:chOff x="7457545" y="2679518"/>
            <a:chExt cx="550839" cy="335100"/>
          </a:xfrm>
        </p:grpSpPr>
        <p:sp>
          <p:nvSpPr>
            <p:cNvPr id="176" name="Google Shape;176;p15"/>
            <p:cNvSpPr/>
            <p:nvPr/>
          </p:nvSpPr>
          <p:spPr>
            <a:xfrm>
              <a:off x="7641057" y="2854898"/>
              <a:ext cx="367327" cy="159721"/>
            </a:xfrm>
            <a:custGeom>
              <a:rect b="b" l="l" r="r" t="t"/>
              <a:pathLst>
                <a:path extrusionOk="0" h="3162" w="7272">
                  <a:moveTo>
                    <a:pt x="0" y="1"/>
                  </a:moveTo>
                  <a:lnTo>
                    <a:pt x="0" y="3161"/>
                  </a:lnTo>
                  <a:lnTo>
                    <a:pt x="7272" y="3161"/>
                  </a:lnTo>
                  <a:lnTo>
                    <a:pt x="7272" y="1"/>
                  </a:lnTo>
                  <a:close/>
                </a:path>
              </a:pathLst>
            </a:custGeom>
            <a:solidFill>
              <a:srgbClr val="DDE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7457545" y="2679518"/>
              <a:ext cx="367327" cy="159670"/>
            </a:xfrm>
            <a:custGeom>
              <a:rect b="b" l="l" r="r" t="t"/>
              <a:pathLst>
                <a:path extrusionOk="0" h="3161" w="7272">
                  <a:moveTo>
                    <a:pt x="0" y="0"/>
                  </a:moveTo>
                  <a:lnTo>
                    <a:pt x="0" y="3161"/>
                  </a:lnTo>
                  <a:lnTo>
                    <a:pt x="7272" y="3161"/>
                  </a:lnTo>
                  <a:lnTo>
                    <a:pt x="7272" y="0"/>
                  </a:lnTo>
                  <a:close/>
                </a:path>
              </a:pathLst>
            </a:custGeom>
            <a:solidFill>
              <a:srgbClr val="DDED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>
            <p:ph type="title"/>
          </p:nvPr>
        </p:nvSpPr>
        <p:spPr>
          <a:xfrm>
            <a:off x="420625" y="305850"/>
            <a:ext cx="822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Product Vision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715100" y="1879700"/>
            <a:ext cx="24324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10E"/>
                </a:solidFill>
                <a:latin typeface="Roboto"/>
                <a:ea typeface="Roboto"/>
                <a:cs typeface="Roboto"/>
                <a:sym typeface="Roboto"/>
              </a:rPr>
              <a:t>Be able to plan routes and make </a:t>
            </a:r>
            <a:r>
              <a:rPr lang="en" sz="1200">
                <a:solidFill>
                  <a:srgbClr val="15110E"/>
                </a:solidFill>
                <a:latin typeface="Roboto"/>
                <a:ea typeface="Roboto"/>
                <a:cs typeface="Roboto"/>
                <a:sym typeface="Roboto"/>
              </a:rPr>
              <a:t>recommendations</a:t>
            </a:r>
            <a:r>
              <a:rPr lang="en" sz="1200">
                <a:solidFill>
                  <a:srgbClr val="15110E"/>
                </a:solidFill>
                <a:latin typeface="Roboto"/>
                <a:ea typeface="Roboto"/>
                <a:cs typeface="Roboto"/>
                <a:sym typeface="Roboto"/>
              </a:rPr>
              <a:t> for all locations around the world</a:t>
            </a:r>
            <a:endParaRPr sz="1200">
              <a:solidFill>
                <a:srgbClr val="15110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715100" y="3574400"/>
            <a:ext cx="24324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10E"/>
                </a:solidFill>
                <a:latin typeface="Roboto"/>
                <a:ea typeface="Roboto"/>
                <a:cs typeface="Roboto"/>
                <a:sym typeface="Roboto"/>
              </a:rPr>
              <a:t>Can set budget, transport mode, accessibility needs, food type, and group size</a:t>
            </a:r>
            <a:endParaRPr sz="1200">
              <a:solidFill>
                <a:srgbClr val="15110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715100" y="976350"/>
            <a:ext cx="2432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Apply to All Places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715100" y="2766800"/>
            <a:ext cx="2432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Constraint Handling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3355801" y="1879700"/>
            <a:ext cx="24324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10E"/>
                </a:solidFill>
                <a:latin typeface="Roboto"/>
                <a:ea typeface="Roboto"/>
                <a:cs typeface="Roboto"/>
                <a:sym typeface="Roboto"/>
              </a:rPr>
              <a:t>Uses location, time window, preferences, and fixed stops to design the day</a:t>
            </a:r>
            <a:endParaRPr sz="1200">
              <a:solidFill>
                <a:srgbClr val="15110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3355799" y="3630000"/>
            <a:ext cx="24324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10E"/>
                </a:solidFill>
                <a:latin typeface="Roboto"/>
                <a:ea typeface="Roboto"/>
                <a:cs typeface="Roboto"/>
                <a:sym typeface="Roboto"/>
              </a:rPr>
              <a:t>Suggests restaurants, tourist sites, stores, and other points of interest</a:t>
            </a:r>
            <a:endParaRPr sz="1200">
              <a:solidFill>
                <a:srgbClr val="15110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3355800" y="1224500"/>
            <a:ext cx="2432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Context Aware Planning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3355800" y="2974800"/>
            <a:ext cx="2432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Rich Recommendations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5996501" y="1879700"/>
            <a:ext cx="24324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10E"/>
                </a:solidFill>
                <a:latin typeface="Roboto"/>
                <a:ea typeface="Roboto"/>
                <a:cs typeface="Roboto"/>
                <a:sym typeface="Roboto"/>
              </a:rPr>
              <a:t>Builds an ordered sequence of stops with true to life travel times and buffer periods</a:t>
            </a:r>
            <a:endParaRPr sz="1200">
              <a:solidFill>
                <a:srgbClr val="15110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5996503" y="1013425"/>
            <a:ext cx="2432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Realistic Scheduling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6047524" y="3630000"/>
            <a:ext cx="24324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10E"/>
                </a:solidFill>
                <a:latin typeface="Roboto"/>
                <a:ea typeface="Roboto"/>
                <a:cs typeface="Roboto"/>
                <a:sym typeface="Roboto"/>
              </a:rPr>
              <a:t>All people who desired a feasible plan</a:t>
            </a:r>
            <a:endParaRPr sz="1200">
              <a:solidFill>
                <a:srgbClr val="15110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6047525" y="2832700"/>
            <a:ext cx="2432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Intended Users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/>
          <p:nvPr>
            <p:ph type="title"/>
          </p:nvPr>
        </p:nvSpPr>
        <p:spPr>
          <a:xfrm>
            <a:off x="420625" y="305850"/>
            <a:ext cx="822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- </a:t>
            </a:r>
            <a:r>
              <a:rPr lang="en"/>
              <a:t>Approach</a:t>
            </a:r>
            <a:r>
              <a:rPr lang="en"/>
              <a:t> 1</a:t>
            </a:r>
            <a:endParaRPr/>
          </a:p>
        </p:txBody>
      </p:sp>
      <p:sp>
        <p:nvSpPr>
          <p:cNvPr id="200" name="Google Shape;200;p17"/>
          <p:cNvSpPr txBox="1"/>
          <p:nvPr>
            <p:ph idx="1" type="body"/>
          </p:nvPr>
        </p:nvSpPr>
        <p:spPr>
          <a:xfrm>
            <a:off x="458375" y="1240150"/>
            <a:ext cx="8373900" cy="29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Sourced from NYC Open Data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4,621 restaurants in Manhattan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Local LLMs via Ollama(</a:t>
            </a:r>
            <a:r>
              <a:rPr lang="en"/>
              <a:t>gemma3:12b</a:t>
            </a:r>
            <a:r>
              <a:rPr lang="en"/>
              <a:t>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8.1G of space needed</a:t>
            </a:r>
            <a:endParaRPr/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Example prompt:</a:t>
            </a:r>
            <a:endParaRPr/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Hi, can you give me some restaurant recommendations near </a:t>
            </a:r>
            <a:r>
              <a:rPr i="1" lang="en"/>
              <a:t>Columbia University</a:t>
            </a:r>
            <a:r>
              <a:rPr lang="en"/>
              <a:t>?</a:t>
            </a:r>
            <a:endParaRPr/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Location &amp; cuisine genres are not required, but recommended to provide to LLM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206" name="Google Shape;206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All within walking distance from main campus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Different cuisine </a:t>
            </a:r>
            <a:r>
              <a:rPr lang="en">
                <a:solidFill>
                  <a:schemeClr val="lt1"/>
                </a:solidFill>
              </a:rPr>
              <a:t>genres</a:t>
            </a:r>
            <a:r>
              <a:rPr lang="en">
                <a:solidFill>
                  <a:schemeClr val="lt1"/>
                </a:solidFill>
              </a:rPr>
              <a:t> as not prompted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07" name="Google Shape;2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9825"/>
            <a:ext cx="4572000" cy="518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213" name="Google Shape;213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Prompt: </a:t>
            </a:r>
            <a:r>
              <a:rPr lang="en">
                <a:solidFill>
                  <a:schemeClr val="lt1"/>
                </a:solidFill>
              </a:rPr>
              <a:t>recommendation</a:t>
            </a:r>
            <a:r>
              <a:rPr lang="en">
                <a:solidFill>
                  <a:schemeClr val="lt1"/>
                </a:solidFill>
              </a:rPr>
              <a:t> near Chinatown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Not doing well when locations are a little </a:t>
            </a:r>
            <a:r>
              <a:rPr lang="en">
                <a:solidFill>
                  <a:schemeClr val="lt1"/>
                </a:solidFill>
              </a:rPr>
              <a:t>ambiguous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14" name="Google Shape;2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" y="0"/>
            <a:ext cx="4572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 txBox="1"/>
          <p:nvPr>
            <p:ph type="title"/>
          </p:nvPr>
        </p:nvSpPr>
        <p:spPr>
          <a:xfrm>
            <a:off x="490250" y="450150"/>
            <a:ext cx="7572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- Approach 2</a:t>
            </a:r>
            <a:endParaRPr/>
          </a:p>
        </p:txBody>
      </p:sp>
      <p:sp>
        <p:nvSpPr>
          <p:cNvPr id="220" name="Google Shape;220;p20"/>
          <p:cNvSpPr txBox="1"/>
          <p:nvPr>
            <p:ph idx="4294967295" type="subTitle"/>
          </p:nvPr>
        </p:nvSpPr>
        <p:spPr>
          <a:xfrm>
            <a:off x="526800" y="3099650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Final Solution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" name="Google Shape;225;p21"/>
          <p:cNvCxnSpPr/>
          <p:nvPr/>
        </p:nvCxnSpPr>
        <p:spPr>
          <a:xfrm>
            <a:off x="7608542" y="2571744"/>
            <a:ext cx="0" cy="597900"/>
          </a:xfrm>
          <a:prstGeom prst="straightConnector1">
            <a:avLst/>
          </a:prstGeom>
          <a:noFill/>
          <a:ln cap="flat" cmpd="sng" w="1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1"/>
          <p:cNvSpPr txBox="1"/>
          <p:nvPr>
            <p:ph type="title"/>
          </p:nvPr>
        </p:nvSpPr>
        <p:spPr>
          <a:xfrm>
            <a:off x="420625" y="305850"/>
            <a:ext cx="822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Diagram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2796248" y="1926750"/>
            <a:ext cx="1639200" cy="688500"/>
          </a:xfrm>
          <a:prstGeom prst="roundRect">
            <a:avLst>
              <a:gd fmla="val 50000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86025" lIns="86025" spcFirstLastPara="1" rIns="86025" wrap="square" tIns="8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Flask Web App</a:t>
            </a:r>
            <a:endParaRPr b="1" sz="112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(Restaurant Finder)</a:t>
            </a:r>
            <a:endParaRPr b="1" sz="112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715862" y="1926750"/>
            <a:ext cx="1639200" cy="688500"/>
          </a:xfrm>
          <a:prstGeom prst="roundRect">
            <a:avLst>
              <a:gd fmla="val 50000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86025" lIns="86025" spcFirstLastPara="1" rIns="86025" wrap="square" tIns="8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 Browser</a:t>
            </a:r>
            <a:endParaRPr b="1" sz="112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(Search Form)</a:t>
            </a:r>
            <a:endParaRPr b="1" sz="112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2598371" y="2982253"/>
            <a:ext cx="2035200" cy="739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86025" lIns="86025" spcFirstLastPara="1" rIns="86025" wrap="square" tIns="8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Google Geocoding API</a:t>
            </a:r>
            <a:endParaRPr b="1" sz="112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(Address → lat/lng/city)</a:t>
            </a:r>
            <a:endParaRPr b="1" sz="112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0" name="Google Shape;230;p21"/>
          <p:cNvCxnSpPr>
            <a:stCxn id="228" idx="3"/>
            <a:endCxn id="227" idx="1"/>
          </p:cNvCxnSpPr>
          <p:nvPr/>
        </p:nvCxnSpPr>
        <p:spPr>
          <a:xfrm>
            <a:off x="2355062" y="2271000"/>
            <a:ext cx="441300" cy="600"/>
          </a:xfrm>
          <a:prstGeom prst="bentConnector3">
            <a:avLst>
              <a:gd fmla="val 49985" name="adj1"/>
            </a:avLst>
          </a:prstGeom>
          <a:noFill/>
          <a:ln cap="flat" cmpd="sng" w="179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21"/>
          <p:cNvSpPr/>
          <p:nvPr/>
        </p:nvSpPr>
        <p:spPr>
          <a:xfrm>
            <a:off x="4792604" y="1928679"/>
            <a:ext cx="1639200" cy="688500"/>
          </a:xfrm>
          <a:prstGeom prst="roundRect">
            <a:avLst>
              <a:gd fmla="val 50000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86025" lIns="86025" spcFirstLastPara="1" rIns="86025" wrap="square" tIns="8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LLM (Gemini)</a:t>
            </a:r>
            <a:endParaRPr b="1" sz="112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(Dish Suggestion)</a:t>
            </a:r>
            <a:endParaRPr b="1" sz="112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788949" y="1928679"/>
            <a:ext cx="1639200" cy="688500"/>
          </a:xfrm>
          <a:prstGeom prst="roundRect">
            <a:avLst>
              <a:gd fmla="val 50000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86025" lIns="86025" spcFirstLastPara="1" rIns="86025" wrap="square" tIns="8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HTML Result Page</a:t>
            </a:r>
            <a:endParaRPr b="1" sz="112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Top 5 + Dishes</a:t>
            </a:r>
            <a:endParaRPr b="1" sz="112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3" name="Google Shape;233;p21"/>
          <p:cNvCxnSpPr>
            <a:stCxn id="228" idx="3"/>
            <a:endCxn id="227" idx="1"/>
          </p:cNvCxnSpPr>
          <p:nvPr/>
        </p:nvCxnSpPr>
        <p:spPr>
          <a:xfrm>
            <a:off x="2355062" y="2271000"/>
            <a:ext cx="441300" cy="0"/>
          </a:xfrm>
          <a:prstGeom prst="straightConnector1">
            <a:avLst/>
          </a:prstGeom>
          <a:noFill/>
          <a:ln cap="flat" cmpd="sng" w="1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21"/>
          <p:cNvCxnSpPr>
            <a:stCxn id="227" idx="3"/>
            <a:endCxn id="231" idx="1"/>
          </p:cNvCxnSpPr>
          <p:nvPr/>
        </p:nvCxnSpPr>
        <p:spPr>
          <a:xfrm>
            <a:off x="4435448" y="2271000"/>
            <a:ext cx="357300" cy="1800"/>
          </a:xfrm>
          <a:prstGeom prst="straightConnector1">
            <a:avLst/>
          </a:prstGeom>
          <a:noFill/>
          <a:ln cap="flat" cmpd="sng" w="1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1"/>
          <p:cNvCxnSpPr>
            <a:stCxn id="231" idx="3"/>
            <a:endCxn id="232" idx="1"/>
          </p:cNvCxnSpPr>
          <p:nvPr/>
        </p:nvCxnSpPr>
        <p:spPr>
          <a:xfrm>
            <a:off x="6431804" y="2272929"/>
            <a:ext cx="357000" cy="0"/>
          </a:xfrm>
          <a:prstGeom prst="straightConnector1">
            <a:avLst/>
          </a:prstGeom>
          <a:noFill/>
          <a:ln cap="flat" cmpd="sng" w="1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1"/>
          <p:cNvCxnSpPr>
            <a:stCxn id="227" idx="2"/>
            <a:endCxn id="229" idx="0"/>
          </p:cNvCxnSpPr>
          <p:nvPr/>
        </p:nvCxnSpPr>
        <p:spPr>
          <a:xfrm>
            <a:off x="3615848" y="2615250"/>
            <a:ext cx="0" cy="366900"/>
          </a:xfrm>
          <a:prstGeom prst="straightConnector1">
            <a:avLst/>
          </a:prstGeom>
          <a:noFill/>
          <a:ln cap="flat" cmpd="sng" w="1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21"/>
          <p:cNvSpPr/>
          <p:nvPr/>
        </p:nvSpPr>
        <p:spPr>
          <a:xfrm>
            <a:off x="2598371" y="4038086"/>
            <a:ext cx="2035200" cy="739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86025" lIns="86025" spcFirstLastPara="1" rIns="86025" wrap="square" tIns="8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Google Places API (New)</a:t>
            </a:r>
            <a:endParaRPr b="1" sz="112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(Nearby Restaurants)</a:t>
            </a:r>
            <a:endParaRPr b="1" sz="112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8" name="Google Shape;238;p21"/>
          <p:cNvCxnSpPr>
            <a:stCxn id="229" idx="2"/>
            <a:endCxn id="237" idx="0"/>
          </p:cNvCxnSpPr>
          <p:nvPr/>
        </p:nvCxnSpPr>
        <p:spPr>
          <a:xfrm>
            <a:off x="3615971" y="3721753"/>
            <a:ext cx="0" cy="316200"/>
          </a:xfrm>
          <a:prstGeom prst="straightConnector1">
            <a:avLst/>
          </a:prstGeom>
          <a:noFill/>
          <a:ln cap="flat" cmpd="sng" w="1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9" name="Google Shape;239;p21" title="Screenshot 2025-12-05 at 19.52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5200"/>
            <a:ext cx="5127383" cy="688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Google Shape;240;p21"/>
          <p:cNvCxnSpPr/>
          <p:nvPr/>
        </p:nvCxnSpPr>
        <p:spPr>
          <a:xfrm>
            <a:off x="1535442" y="1634969"/>
            <a:ext cx="0" cy="366900"/>
          </a:xfrm>
          <a:prstGeom prst="straightConnector1">
            <a:avLst/>
          </a:prstGeom>
          <a:noFill/>
          <a:ln cap="flat" cmpd="sng" w="1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1"/>
          <p:cNvCxnSpPr>
            <a:endCxn id="242" idx="0"/>
          </p:cNvCxnSpPr>
          <p:nvPr/>
        </p:nvCxnSpPr>
        <p:spPr>
          <a:xfrm>
            <a:off x="5612212" y="2615350"/>
            <a:ext cx="0" cy="392400"/>
          </a:xfrm>
          <a:prstGeom prst="straightConnector1">
            <a:avLst/>
          </a:prstGeom>
          <a:noFill/>
          <a:ln cap="flat" cmpd="sng" w="179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1"/>
          <p:cNvSpPr/>
          <p:nvPr/>
        </p:nvSpPr>
        <p:spPr>
          <a:xfrm>
            <a:off x="4792612" y="3007750"/>
            <a:ext cx="1639200" cy="688500"/>
          </a:xfrm>
          <a:prstGeom prst="roundRect">
            <a:avLst>
              <a:gd fmla="val 50000" name="adj"/>
            </a:avLst>
          </a:prstGeom>
          <a:solidFill>
            <a:srgbClr val="307AF3"/>
          </a:solidFill>
          <a:ln>
            <a:noFill/>
          </a:ln>
        </p:spPr>
        <p:txBody>
          <a:bodyPr anchorCtr="0" anchor="ctr" bIns="86025" lIns="86025" spcFirstLastPara="1" rIns="86025" wrap="square" tIns="8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Search through google review to provide recommendations</a:t>
            </a:r>
            <a:endParaRPr b="1" sz="112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3" name="Google Shape;243;p21" title="Screenshot 2025-12-07 at 16.35.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1800" y="3169650"/>
            <a:ext cx="2400200" cy="109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/>
          <p:nvPr/>
        </p:nvSpPr>
        <p:spPr>
          <a:xfrm>
            <a:off x="478400" y="1013475"/>
            <a:ext cx="7713900" cy="2894100"/>
          </a:xfrm>
          <a:prstGeom prst="round2DiagRect">
            <a:avLst>
              <a:gd fmla="val 13828" name="adj1"/>
              <a:gd fmla="val 0" name="adj2"/>
            </a:avLst>
          </a:prstGeom>
          <a:solidFill>
            <a:srgbClr val="EDF9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2640000" dist="5715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1151400" y="1195875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0">
                <a:solidFill>
                  <a:srgbClr val="55A3F3"/>
                </a:solidFill>
                <a:latin typeface="Ubuntu"/>
                <a:ea typeface="Ubuntu"/>
                <a:cs typeface="Ubuntu"/>
                <a:sym typeface="Ubuntu"/>
              </a:rPr>
              <a:t>DEMO</a:t>
            </a:r>
            <a:endParaRPr b="1" sz="7000">
              <a:solidFill>
                <a:srgbClr val="2C54AC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8167684" y="45624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51" name="Google Shape;251;p22"/>
          <p:cNvGrpSpPr/>
          <p:nvPr/>
        </p:nvGrpSpPr>
        <p:grpSpPr>
          <a:xfrm>
            <a:off x="7150448" y="2072292"/>
            <a:ext cx="1998421" cy="3174600"/>
            <a:chOff x="7387148" y="2183517"/>
            <a:chExt cx="1998421" cy="3174600"/>
          </a:xfrm>
        </p:grpSpPr>
        <p:sp>
          <p:nvSpPr>
            <p:cNvPr id="252" name="Google Shape;252;p22"/>
            <p:cNvSpPr/>
            <p:nvPr/>
          </p:nvSpPr>
          <p:spPr>
            <a:xfrm>
              <a:off x="7387148" y="2183517"/>
              <a:ext cx="1993500" cy="3174600"/>
            </a:xfrm>
            <a:custGeom>
              <a:rect b="b" l="l" r="r" t="t"/>
              <a:pathLst>
                <a:path extrusionOk="0" h="126984" w="79740">
                  <a:moveTo>
                    <a:pt x="52435" y="1032"/>
                  </a:moveTo>
                  <a:cubicBezTo>
                    <a:pt x="50752" y="1477"/>
                    <a:pt x="49419" y="2460"/>
                    <a:pt x="47482" y="2746"/>
                  </a:cubicBezTo>
                  <a:cubicBezTo>
                    <a:pt x="45545" y="3032"/>
                    <a:pt x="42814" y="2556"/>
                    <a:pt x="40814" y="2746"/>
                  </a:cubicBezTo>
                  <a:cubicBezTo>
                    <a:pt x="38814" y="2937"/>
                    <a:pt x="36782" y="2556"/>
                    <a:pt x="35480" y="3889"/>
                  </a:cubicBezTo>
                  <a:cubicBezTo>
                    <a:pt x="34178" y="5223"/>
                    <a:pt x="33734" y="8556"/>
                    <a:pt x="33004" y="10747"/>
                  </a:cubicBezTo>
                  <a:cubicBezTo>
                    <a:pt x="32274" y="12938"/>
                    <a:pt x="31258" y="15097"/>
                    <a:pt x="31099" y="17034"/>
                  </a:cubicBezTo>
                  <a:cubicBezTo>
                    <a:pt x="30940" y="18971"/>
                    <a:pt x="31543" y="21130"/>
                    <a:pt x="32051" y="22368"/>
                  </a:cubicBezTo>
                  <a:cubicBezTo>
                    <a:pt x="32559" y="23606"/>
                    <a:pt x="34020" y="23638"/>
                    <a:pt x="34147" y="24463"/>
                  </a:cubicBezTo>
                  <a:cubicBezTo>
                    <a:pt x="34274" y="25289"/>
                    <a:pt x="34020" y="26178"/>
                    <a:pt x="32813" y="27321"/>
                  </a:cubicBezTo>
                  <a:cubicBezTo>
                    <a:pt x="31607" y="28464"/>
                    <a:pt x="28210" y="30210"/>
                    <a:pt x="26908" y="31321"/>
                  </a:cubicBezTo>
                  <a:cubicBezTo>
                    <a:pt x="25606" y="32432"/>
                    <a:pt x="24844" y="32940"/>
                    <a:pt x="25003" y="33988"/>
                  </a:cubicBezTo>
                  <a:cubicBezTo>
                    <a:pt x="25162" y="35036"/>
                    <a:pt x="27289" y="36497"/>
                    <a:pt x="27860" y="37608"/>
                  </a:cubicBezTo>
                  <a:cubicBezTo>
                    <a:pt x="28432" y="38719"/>
                    <a:pt x="28178" y="38878"/>
                    <a:pt x="28432" y="40656"/>
                  </a:cubicBezTo>
                  <a:cubicBezTo>
                    <a:pt x="28686" y="42434"/>
                    <a:pt x="28876" y="46403"/>
                    <a:pt x="29384" y="48276"/>
                  </a:cubicBezTo>
                  <a:cubicBezTo>
                    <a:pt x="29892" y="50149"/>
                    <a:pt x="30274" y="51038"/>
                    <a:pt x="31480" y="51895"/>
                  </a:cubicBezTo>
                  <a:cubicBezTo>
                    <a:pt x="32687" y="52752"/>
                    <a:pt x="35258" y="52911"/>
                    <a:pt x="36623" y="53419"/>
                  </a:cubicBezTo>
                  <a:cubicBezTo>
                    <a:pt x="37988" y="53927"/>
                    <a:pt x="39036" y="53768"/>
                    <a:pt x="39671" y="54943"/>
                  </a:cubicBezTo>
                  <a:cubicBezTo>
                    <a:pt x="40306" y="56118"/>
                    <a:pt x="41354" y="58817"/>
                    <a:pt x="40433" y="60468"/>
                  </a:cubicBezTo>
                  <a:cubicBezTo>
                    <a:pt x="39512" y="62119"/>
                    <a:pt x="36274" y="63008"/>
                    <a:pt x="34147" y="64849"/>
                  </a:cubicBezTo>
                  <a:cubicBezTo>
                    <a:pt x="32020" y="66691"/>
                    <a:pt x="30147" y="68056"/>
                    <a:pt x="27670" y="71517"/>
                  </a:cubicBezTo>
                  <a:cubicBezTo>
                    <a:pt x="25194" y="74978"/>
                    <a:pt x="21796" y="79550"/>
                    <a:pt x="19288" y="85614"/>
                  </a:cubicBezTo>
                  <a:cubicBezTo>
                    <a:pt x="16780" y="91678"/>
                    <a:pt x="14017" y="103235"/>
                    <a:pt x="12620" y="107902"/>
                  </a:cubicBezTo>
                  <a:cubicBezTo>
                    <a:pt x="11223" y="112569"/>
                    <a:pt x="12779" y="111363"/>
                    <a:pt x="10906" y="113617"/>
                  </a:cubicBezTo>
                  <a:cubicBezTo>
                    <a:pt x="9033" y="115871"/>
                    <a:pt x="3159" y="119555"/>
                    <a:pt x="1381" y="121428"/>
                  </a:cubicBezTo>
                  <a:cubicBezTo>
                    <a:pt x="-397" y="123301"/>
                    <a:pt x="79" y="123968"/>
                    <a:pt x="238" y="124857"/>
                  </a:cubicBezTo>
                  <a:cubicBezTo>
                    <a:pt x="397" y="125746"/>
                    <a:pt x="396" y="126476"/>
                    <a:pt x="2333" y="126762"/>
                  </a:cubicBezTo>
                  <a:cubicBezTo>
                    <a:pt x="4270" y="127048"/>
                    <a:pt x="1031" y="127079"/>
                    <a:pt x="11858" y="126571"/>
                  </a:cubicBezTo>
                  <a:cubicBezTo>
                    <a:pt x="22685" y="126063"/>
                    <a:pt x="56880" y="125143"/>
                    <a:pt x="67294" y="123714"/>
                  </a:cubicBezTo>
                  <a:cubicBezTo>
                    <a:pt x="77708" y="122285"/>
                    <a:pt x="72278" y="123365"/>
                    <a:pt x="74342" y="117999"/>
                  </a:cubicBezTo>
                  <a:cubicBezTo>
                    <a:pt x="76406" y="112633"/>
                    <a:pt x="79422" y="98568"/>
                    <a:pt x="79676" y="91519"/>
                  </a:cubicBezTo>
                  <a:cubicBezTo>
                    <a:pt x="79930" y="84471"/>
                    <a:pt x="78184" y="80979"/>
                    <a:pt x="75866" y="75708"/>
                  </a:cubicBezTo>
                  <a:cubicBezTo>
                    <a:pt x="73548" y="70438"/>
                    <a:pt x="67866" y="63325"/>
                    <a:pt x="65770" y="59896"/>
                  </a:cubicBezTo>
                  <a:cubicBezTo>
                    <a:pt x="63675" y="56467"/>
                    <a:pt x="63071" y="56341"/>
                    <a:pt x="63293" y="55134"/>
                  </a:cubicBezTo>
                  <a:cubicBezTo>
                    <a:pt x="63515" y="53928"/>
                    <a:pt x="65928" y="53768"/>
                    <a:pt x="67103" y="52657"/>
                  </a:cubicBezTo>
                  <a:cubicBezTo>
                    <a:pt x="68278" y="51546"/>
                    <a:pt x="69136" y="49927"/>
                    <a:pt x="70342" y="48466"/>
                  </a:cubicBezTo>
                  <a:cubicBezTo>
                    <a:pt x="71549" y="47006"/>
                    <a:pt x="72945" y="45736"/>
                    <a:pt x="74342" y="43894"/>
                  </a:cubicBezTo>
                  <a:cubicBezTo>
                    <a:pt x="75739" y="42053"/>
                    <a:pt x="78057" y="39608"/>
                    <a:pt x="78724" y="37417"/>
                  </a:cubicBezTo>
                  <a:cubicBezTo>
                    <a:pt x="79391" y="35226"/>
                    <a:pt x="78216" y="32560"/>
                    <a:pt x="78343" y="30750"/>
                  </a:cubicBezTo>
                  <a:cubicBezTo>
                    <a:pt x="78470" y="28940"/>
                    <a:pt x="79486" y="28591"/>
                    <a:pt x="79486" y="26559"/>
                  </a:cubicBezTo>
                  <a:cubicBezTo>
                    <a:pt x="79486" y="24527"/>
                    <a:pt x="79169" y="20368"/>
                    <a:pt x="78343" y="18558"/>
                  </a:cubicBezTo>
                  <a:cubicBezTo>
                    <a:pt x="77518" y="16748"/>
                    <a:pt x="75263" y="17002"/>
                    <a:pt x="74533" y="15700"/>
                  </a:cubicBezTo>
                  <a:cubicBezTo>
                    <a:pt x="73803" y="14398"/>
                    <a:pt x="74914" y="12271"/>
                    <a:pt x="73961" y="10747"/>
                  </a:cubicBezTo>
                  <a:cubicBezTo>
                    <a:pt x="73009" y="9223"/>
                    <a:pt x="70437" y="7413"/>
                    <a:pt x="68818" y="6556"/>
                  </a:cubicBezTo>
                  <a:cubicBezTo>
                    <a:pt x="67199" y="5699"/>
                    <a:pt x="65580" y="6366"/>
                    <a:pt x="64246" y="5604"/>
                  </a:cubicBezTo>
                  <a:cubicBezTo>
                    <a:pt x="62913" y="4842"/>
                    <a:pt x="61928" y="2905"/>
                    <a:pt x="60817" y="1984"/>
                  </a:cubicBezTo>
                  <a:cubicBezTo>
                    <a:pt x="59706" y="1063"/>
                    <a:pt x="58975" y="238"/>
                    <a:pt x="57578" y="79"/>
                  </a:cubicBezTo>
                  <a:cubicBezTo>
                    <a:pt x="56181" y="-80"/>
                    <a:pt x="54118" y="588"/>
                    <a:pt x="52435" y="10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71438" rotWithShape="0" algn="bl" dir="2640000" dist="57150">
                <a:srgbClr val="000000">
                  <a:alpha val="15000"/>
                </a:srgbClr>
              </a:outerShdw>
            </a:effectLst>
          </p:spPr>
        </p:sp>
        <p:grpSp>
          <p:nvGrpSpPr>
            <p:cNvPr id="253" name="Google Shape;253;p22"/>
            <p:cNvGrpSpPr/>
            <p:nvPr/>
          </p:nvGrpSpPr>
          <p:grpSpPr>
            <a:xfrm flipH="1">
              <a:off x="7455313" y="2252025"/>
              <a:ext cx="1930257" cy="3035294"/>
              <a:chOff x="3238900" y="3785275"/>
              <a:chExt cx="664300" cy="1044600"/>
            </a:xfrm>
          </p:grpSpPr>
          <p:sp>
            <p:nvSpPr>
              <p:cNvPr id="254" name="Google Shape;254;p22"/>
              <p:cNvSpPr/>
              <p:nvPr/>
            </p:nvSpPr>
            <p:spPr>
              <a:xfrm>
                <a:off x="3400075" y="3915000"/>
                <a:ext cx="291050" cy="448950"/>
              </a:xfrm>
              <a:custGeom>
                <a:rect b="b" l="l" r="r" t="t"/>
                <a:pathLst>
                  <a:path extrusionOk="0" h="17958" w="11642">
                    <a:moveTo>
                      <a:pt x="7244" y="0"/>
                    </a:moveTo>
                    <a:lnTo>
                      <a:pt x="3639" y="1216"/>
                    </a:lnTo>
                    <a:lnTo>
                      <a:pt x="860" y="5181"/>
                    </a:lnTo>
                    <a:lnTo>
                      <a:pt x="960" y="11368"/>
                    </a:lnTo>
                    <a:lnTo>
                      <a:pt x="0" y="13883"/>
                    </a:lnTo>
                    <a:lnTo>
                      <a:pt x="3287" y="17958"/>
                    </a:lnTo>
                    <a:lnTo>
                      <a:pt x="6104" y="16298"/>
                    </a:lnTo>
                    <a:lnTo>
                      <a:pt x="6682" y="11858"/>
                    </a:lnTo>
                    <a:cubicBezTo>
                      <a:pt x="7433" y="11750"/>
                      <a:pt x="7965" y="11649"/>
                      <a:pt x="8694" y="11440"/>
                    </a:cubicBezTo>
                    <a:cubicBezTo>
                      <a:pt x="9051" y="11339"/>
                      <a:pt x="9416" y="11218"/>
                      <a:pt x="9692" y="10974"/>
                    </a:cubicBezTo>
                    <a:cubicBezTo>
                      <a:pt x="9981" y="10715"/>
                      <a:pt x="10149" y="10345"/>
                      <a:pt x="10246" y="9968"/>
                    </a:cubicBezTo>
                    <a:cubicBezTo>
                      <a:pt x="10560" y="8790"/>
                      <a:pt x="10308" y="7638"/>
                      <a:pt x="10035" y="6447"/>
                    </a:cubicBezTo>
                    <a:cubicBezTo>
                      <a:pt x="10623" y="6191"/>
                      <a:pt x="11076" y="5911"/>
                      <a:pt x="11641" y="5605"/>
                    </a:cubicBezTo>
                    <a:cubicBezTo>
                      <a:pt x="10749" y="4858"/>
                      <a:pt x="9809" y="4154"/>
                      <a:pt x="8883" y="3442"/>
                    </a:cubicBezTo>
                    <a:cubicBezTo>
                      <a:pt x="8724" y="2159"/>
                      <a:pt x="8137" y="935"/>
                      <a:pt x="7244" y="0"/>
                    </a:cubicBezTo>
                    <a:close/>
                  </a:path>
                </a:pathLst>
              </a:custGeom>
              <a:solidFill>
                <a:srgbClr val="F0716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2"/>
              <p:cNvSpPr/>
              <p:nvPr/>
            </p:nvSpPr>
            <p:spPr>
              <a:xfrm>
                <a:off x="3304600" y="3845750"/>
                <a:ext cx="324075" cy="367200"/>
              </a:xfrm>
              <a:custGeom>
                <a:rect b="b" l="l" r="r" t="t"/>
                <a:pathLst>
                  <a:path extrusionOk="0" h="14688" w="12963">
                    <a:moveTo>
                      <a:pt x="8606" y="0"/>
                    </a:moveTo>
                    <a:cubicBezTo>
                      <a:pt x="8475" y="0"/>
                      <a:pt x="8350" y="2"/>
                      <a:pt x="8234" y="4"/>
                    </a:cubicBezTo>
                    <a:cubicBezTo>
                      <a:pt x="7027" y="21"/>
                      <a:pt x="3279" y="1211"/>
                      <a:pt x="1879" y="2581"/>
                    </a:cubicBezTo>
                    <a:cubicBezTo>
                      <a:pt x="1192" y="3256"/>
                      <a:pt x="617" y="4070"/>
                      <a:pt x="316" y="4988"/>
                    </a:cubicBezTo>
                    <a:cubicBezTo>
                      <a:pt x="68" y="5721"/>
                      <a:pt x="1" y="6526"/>
                      <a:pt x="194" y="7276"/>
                    </a:cubicBezTo>
                    <a:cubicBezTo>
                      <a:pt x="479" y="8362"/>
                      <a:pt x="2395" y="11103"/>
                      <a:pt x="3158" y="11925"/>
                    </a:cubicBezTo>
                    <a:cubicBezTo>
                      <a:pt x="3602" y="12407"/>
                      <a:pt x="3996" y="12864"/>
                      <a:pt x="4440" y="13342"/>
                    </a:cubicBezTo>
                    <a:cubicBezTo>
                      <a:pt x="4516" y="13723"/>
                      <a:pt x="4369" y="14138"/>
                      <a:pt x="4075" y="14390"/>
                    </a:cubicBezTo>
                    <a:cubicBezTo>
                      <a:pt x="4327" y="14373"/>
                      <a:pt x="4574" y="14285"/>
                      <a:pt x="4779" y="14138"/>
                    </a:cubicBezTo>
                    <a:lnTo>
                      <a:pt x="4779" y="14138"/>
                    </a:lnTo>
                    <a:cubicBezTo>
                      <a:pt x="4649" y="14348"/>
                      <a:pt x="4486" y="14533"/>
                      <a:pt x="4293" y="14688"/>
                    </a:cubicBezTo>
                    <a:cubicBezTo>
                      <a:pt x="5098" y="14628"/>
                      <a:pt x="5878" y="14268"/>
                      <a:pt x="6444" y="13694"/>
                    </a:cubicBezTo>
                    <a:cubicBezTo>
                      <a:pt x="7010" y="13115"/>
                      <a:pt x="7203" y="12210"/>
                      <a:pt x="7244" y="11405"/>
                    </a:cubicBezTo>
                    <a:cubicBezTo>
                      <a:pt x="6205" y="11296"/>
                      <a:pt x="5329" y="10726"/>
                      <a:pt x="5036" y="9720"/>
                    </a:cubicBezTo>
                    <a:cubicBezTo>
                      <a:pt x="4943" y="9402"/>
                      <a:pt x="4918" y="9045"/>
                      <a:pt x="5073" y="8752"/>
                    </a:cubicBezTo>
                    <a:cubicBezTo>
                      <a:pt x="5243" y="8428"/>
                      <a:pt x="5615" y="8247"/>
                      <a:pt x="5984" y="8247"/>
                    </a:cubicBezTo>
                    <a:cubicBezTo>
                      <a:pt x="6036" y="8247"/>
                      <a:pt x="6087" y="8250"/>
                      <a:pt x="6137" y="8257"/>
                    </a:cubicBezTo>
                    <a:cubicBezTo>
                      <a:pt x="6553" y="8316"/>
                      <a:pt x="6913" y="8576"/>
                      <a:pt x="7178" y="8903"/>
                    </a:cubicBezTo>
                    <a:cubicBezTo>
                      <a:pt x="7437" y="9226"/>
                      <a:pt x="7513" y="9565"/>
                      <a:pt x="7672" y="9950"/>
                    </a:cubicBezTo>
                    <a:cubicBezTo>
                      <a:pt x="8008" y="9859"/>
                      <a:pt x="8255" y="9666"/>
                      <a:pt x="8552" y="9486"/>
                    </a:cubicBezTo>
                    <a:cubicBezTo>
                      <a:pt x="8259" y="8492"/>
                      <a:pt x="7940" y="7566"/>
                      <a:pt x="7659" y="6568"/>
                    </a:cubicBezTo>
                    <a:cubicBezTo>
                      <a:pt x="8238" y="6199"/>
                      <a:pt x="8678" y="5625"/>
                      <a:pt x="8884" y="4971"/>
                    </a:cubicBezTo>
                    <a:cubicBezTo>
                      <a:pt x="9089" y="4322"/>
                      <a:pt x="12962" y="3131"/>
                      <a:pt x="12962" y="3131"/>
                    </a:cubicBezTo>
                    <a:cubicBezTo>
                      <a:pt x="12142" y="219"/>
                      <a:pt x="10002" y="0"/>
                      <a:pt x="8606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2"/>
              <p:cNvSpPr/>
              <p:nvPr/>
            </p:nvSpPr>
            <p:spPr>
              <a:xfrm>
                <a:off x="3438425" y="4067775"/>
                <a:ext cx="47400" cy="48350"/>
              </a:xfrm>
              <a:custGeom>
                <a:rect b="b" l="l" r="r" t="t"/>
                <a:pathLst>
                  <a:path extrusionOk="0" h="1934" w="1896">
                    <a:moveTo>
                      <a:pt x="668" y="1"/>
                    </a:moveTo>
                    <a:cubicBezTo>
                      <a:pt x="558" y="1"/>
                      <a:pt x="453" y="26"/>
                      <a:pt x="357" y="76"/>
                    </a:cubicBezTo>
                    <a:cubicBezTo>
                      <a:pt x="130" y="198"/>
                      <a:pt x="1" y="471"/>
                      <a:pt x="39" y="722"/>
                    </a:cubicBezTo>
                    <a:cubicBezTo>
                      <a:pt x="39" y="722"/>
                      <a:pt x="35" y="1241"/>
                      <a:pt x="550" y="1665"/>
                    </a:cubicBezTo>
                    <a:cubicBezTo>
                      <a:pt x="810" y="1879"/>
                      <a:pt x="1150" y="1934"/>
                      <a:pt x="1422" y="1934"/>
                    </a:cubicBezTo>
                    <a:cubicBezTo>
                      <a:pt x="1690" y="1934"/>
                      <a:pt x="1896" y="1883"/>
                      <a:pt x="1896" y="1883"/>
                    </a:cubicBezTo>
                    <a:cubicBezTo>
                      <a:pt x="1695" y="1845"/>
                      <a:pt x="1481" y="1779"/>
                      <a:pt x="1372" y="1607"/>
                    </a:cubicBezTo>
                    <a:cubicBezTo>
                      <a:pt x="1351" y="1581"/>
                      <a:pt x="1338" y="1547"/>
                      <a:pt x="1338" y="1518"/>
                    </a:cubicBezTo>
                    <a:cubicBezTo>
                      <a:pt x="1343" y="1489"/>
                      <a:pt x="1359" y="1460"/>
                      <a:pt x="1376" y="1435"/>
                    </a:cubicBezTo>
                    <a:cubicBezTo>
                      <a:pt x="1494" y="1271"/>
                      <a:pt x="1649" y="1129"/>
                      <a:pt x="1821" y="1024"/>
                    </a:cubicBezTo>
                    <a:cubicBezTo>
                      <a:pt x="1670" y="734"/>
                      <a:pt x="1514" y="437"/>
                      <a:pt x="1262" y="231"/>
                    </a:cubicBezTo>
                    <a:cubicBezTo>
                      <a:pt x="1099" y="94"/>
                      <a:pt x="877" y="1"/>
                      <a:pt x="668" y="1"/>
                    </a:cubicBezTo>
                    <a:close/>
                  </a:path>
                </a:pathLst>
              </a:custGeom>
              <a:solidFill>
                <a:srgbClr val="E232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2"/>
              <p:cNvSpPr/>
              <p:nvPr/>
            </p:nvSpPr>
            <p:spPr>
              <a:xfrm>
                <a:off x="3438025" y="4066200"/>
                <a:ext cx="48325" cy="48675"/>
              </a:xfrm>
              <a:custGeom>
                <a:rect b="b" l="l" r="r" t="t"/>
                <a:pathLst>
                  <a:path extrusionOk="0" h="1947" w="1933">
                    <a:moveTo>
                      <a:pt x="710" y="1"/>
                    </a:moveTo>
                    <a:cubicBezTo>
                      <a:pt x="552" y="1"/>
                      <a:pt x="395" y="46"/>
                      <a:pt x="272" y="147"/>
                    </a:cubicBezTo>
                    <a:cubicBezTo>
                      <a:pt x="84" y="302"/>
                      <a:pt x="1" y="563"/>
                      <a:pt x="55" y="785"/>
                    </a:cubicBezTo>
                    <a:cubicBezTo>
                      <a:pt x="42" y="554"/>
                      <a:pt x="156" y="341"/>
                      <a:pt x="332" y="223"/>
                    </a:cubicBezTo>
                    <a:cubicBezTo>
                      <a:pt x="431" y="157"/>
                      <a:pt x="546" y="129"/>
                      <a:pt x="662" y="129"/>
                    </a:cubicBezTo>
                    <a:cubicBezTo>
                      <a:pt x="752" y="129"/>
                      <a:pt x="842" y="146"/>
                      <a:pt x="926" y="177"/>
                    </a:cubicBezTo>
                    <a:cubicBezTo>
                      <a:pt x="1127" y="248"/>
                      <a:pt x="1291" y="387"/>
                      <a:pt x="1425" y="559"/>
                    </a:cubicBezTo>
                    <a:cubicBezTo>
                      <a:pt x="1547" y="710"/>
                      <a:pt x="1644" y="886"/>
                      <a:pt x="1742" y="1064"/>
                    </a:cubicBezTo>
                    <a:lnTo>
                      <a:pt x="1742" y="1064"/>
                    </a:lnTo>
                    <a:cubicBezTo>
                      <a:pt x="1661" y="1121"/>
                      <a:pt x="1585" y="1184"/>
                      <a:pt x="1518" y="1254"/>
                    </a:cubicBezTo>
                    <a:cubicBezTo>
                      <a:pt x="1475" y="1300"/>
                      <a:pt x="1434" y="1347"/>
                      <a:pt x="1400" y="1397"/>
                    </a:cubicBezTo>
                    <a:cubicBezTo>
                      <a:pt x="1379" y="1422"/>
                      <a:pt x="1363" y="1447"/>
                      <a:pt x="1346" y="1472"/>
                    </a:cubicBezTo>
                    <a:cubicBezTo>
                      <a:pt x="1329" y="1498"/>
                      <a:pt x="1308" y="1531"/>
                      <a:pt x="1308" y="1577"/>
                    </a:cubicBezTo>
                    <a:cubicBezTo>
                      <a:pt x="1308" y="1623"/>
                      <a:pt x="1324" y="1661"/>
                      <a:pt x="1346" y="1686"/>
                    </a:cubicBezTo>
                    <a:cubicBezTo>
                      <a:pt x="1363" y="1716"/>
                      <a:pt x="1384" y="1736"/>
                      <a:pt x="1409" y="1761"/>
                    </a:cubicBezTo>
                    <a:cubicBezTo>
                      <a:pt x="1454" y="1803"/>
                      <a:pt x="1510" y="1837"/>
                      <a:pt x="1564" y="1862"/>
                    </a:cubicBezTo>
                    <a:cubicBezTo>
                      <a:pt x="1677" y="1912"/>
                      <a:pt x="1794" y="1933"/>
                      <a:pt x="1912" y="1946"/>
                    </a:cubicBezTo>
                    <a:cubicBezTo>
                      <a:pt x="1798" y="1912"/>
                      <a:pt x="1686" y="1875"/>
                      <a:pt x="1589" y="1811"/>
                    </a:cubicBezTo>
                    <a:cubicBezTo>
                      <a:pt x="1543" y="1782"/>
                      <a:pt x="1501" y="1749"/>
                      <a:pt x="1463" y="1707"/>
                    </a:cubicBezTo>
                    <a:cubicBezTo>
                      <a:pt x="1429" y="1666"/>
                      <a:pt x="1396" y="1610"/>
                      <a:pt x="1404" y="1585"/>
                    </a:cubicBezTo>
                    <a:cubicBezTo>
                      <a:pt x="1404" y="1560"/>
                      <a:pt x="1450" y="1510"/>
                      <a:pt x="1484" y="1468"/>
                    </a:cubicBezTo>
                    <a:cubicBezTo>
                      <a:pt x="1522" y="1422"/>
                      <a:pt x="1564" y="1384"/>
                      <a:pt x="1601" y="1347"/>
                    </a:cubicBezTo>
                    <a:cubicBezTo>
                      <a:pt x="1686" y="1271"/>
                      <a:pt x="1777" y="1204"/>
                      <a:pt x="1874" y="1149"/>
                    </a:cubicBezTo>
                    <a:lnTo>
                      <a:pt x="1932" y="1116"/>
                    </a:lnTo>
                    <a:lnTo>
                      <a:pt x="1903" y="1053"/>
                    </a:lnTo>
                    <a:cubicBezTo>
                      <a:pt x="1802" y="852"/>
                      <a:pt x="1694" y="646"/>
                      <a:pt x="1547" y="458"/>
                    </a:cubicBezTo>
                    <a:cubicBezTo>
                      <a:pt x="1404" y="277"/>
                      <a:pt x="1208" y="114"/>
                      <a:pt x="972" y="43"/>
                    </a:cubicBezTo>
                    <a:cubicBezTo>
                      <a:pt x="889" y="16"/>
                      <a:pt x="799" y="1"/>
                      <a:pt x="710" y="1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2"/>
              <p:cNvSpPr/>
              <p:nvPr/>
            </p:nvSpPr>
            <p:spPr>
              <a:xfrm>
                <a:off x="3583775" y="4010625"/>
                <a:ext cx="25400" cy="22750"/>
              </a:xfrm>
              <a:custGeom>
                <a:rect b="b" l="l" r="r" t="t"/>
                <a:pathLst>
                  <a:path extrusionOk="0" h="910" w="1016">
                    <a:moveTo>
                      <a:pt x="511" y="1"/>
                    </a:moveTo>
                    <a:cubicBezTo>
                      <a:pt x="468" y="1"/>
                      <a:pt x="425" y="7"/>
                      <a:pt x="383" y="19"/>
                    </a:cubicBezTo>
                    <a:cubicBezTo>
                      <a:pt x="139" y="91"/>
                      <a:pt x="0" y="342"/>
                      <a:pt x="72" y="581"/>
                    </a:cubicBezTo>
                    <a:cubicBezTo>
                      <a:pt x="131" y="781"/>
                      <a:pt x="311" y="909"/>
                      <a:pt x="506" y="909"/>
                    </a:cubicBezTo>
                    <a:cubicBezTo>
                      <a:pt x="548" y="909"/>
                      <a:pt x="591" y="903"/>
                      <a:pt x="634" y="891"/>
                    </a:cubicBezTo>
                    <a:cubicBezTo>
                      <a:pt x="877" y="820"/>
                      <a:pt x="1015" y="569"/>
                      <a:pt x="944" y="329"/>
                    </a:cubicBezTo>
                    <a:cubicBezTo>
                      <a:pt x="885" y="129"/>
                      <a:pt x="705" y="1"/>
                      <a:pt x="511" y="1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2"/>
              <p:cNvSpPr/>
              <p:nvPr/>
            </p:nvSpPr>
            <p:spPr>
              <a:xfrm>
                <a:off x="3558850" y="3976750"/>
                <a:ext cx="49475" cy="47775"/>
              </a:xfrm>
              <a:custGeom>
                <a:rect b="b" l="l" r="r" t="t"/>
                <a:pathLst>
                  <a:path extrusionOk="0" h="1911" w="1979">
                    <a:moveTo>
                      <a:pt x="1704" y="0"/>
                    </a:moveTo>
                    <a:cubicBezTo>
                      <a:pt x="1537" y="0"/>
                      <a:pt x="1369" y="34"/>
                      <a:pt x="1212" y="92"/>
                    </a:cubicBezTo>
                    <a:cubicBezTo>
                      <a:pt x="964" y="179"/>
                      <a:pt x="763" y="364"/>
                      <a:pt x="591" y="548"/>
                    </a:cubicBezTo>
                    <a:cubicBezTo>
                      <a:pt x="411" y="733"/>
                      <a:pt x="273" y="951"/>
                      <a:pt x="172" y="1181"/>
                    </a:cubicBezTo>
                    <a:cubicBezTo>
                      <a:pt x="76" y="1416"/>
                      <a:pt x="13" y="1659"/>
                      <a:pt x="0" y="1907"/>
                    </a:cubicBezTo>
                    <a:lnTo>
                      <a:pt x="34" y="1911"/>
                    </a:lnTo>
                    <a:cubicBezTo>
                      <a:pt x="92" y="1676"/>
                      <a:pt x="185" y="1454"/>
                      <a:pt x="310" y="1257"/>
                    </a:cubicBezTo>
                    <a:cubicBezTo>
                      <a:pt x="436" y="1056"/>
                      <a:pt x="587" y="879"/>
                      <a:pt x="763" y="733"/>
                    </a:cubicBezTo>
                    <a:cubicBezTo>
                      <a:pt x="939" y="582"/>
                      <a:pt x="1148" y="494"/>
                      <a:pt x="1341" y="380"/>
                    </a:cubicBezTo>
                    <a:cubicBezTo>
                      <a:pt x="1539" y="268"/>
                      <a:pt x="1748" y="171"/>
                      <a:pt x="1978" y="63"/>
                    </a:cubicBezTo>
                    <a:lnTo>
                      <a:pt x="1974" y="32"/>
                    </a:lnTo>
                    <a:cubicBezTo>
                      <a:pt x="1886" y="10"/>
                      <a:pt x="1795" y="0"/>
                      <a:pt x="1704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22"/>
              <p:cNvSpPr/>
              <p:nvPr/>
            </p:nvSpPr>
            <p:spPr>
              <a:xfrm>
                <a:off x="3618775" y="4106150"/>
                <a:ext cx="41000" cy="16575"/>
              </a:xfrm>
              <a:custGeom>
                <a:rect b="b" l="l" r="r" t="t"/>
                <a:pathLst>
                  <a:path extrusionOk="0" h="663" w="1640">
                    <a:moveTo>
                      <a:pt x="1" y="0"/>
                    </a:moveTo>
                    <a:lnTo>
                      <a:pt x="1" y="0"/>
                    </a:lnTo>
                    <a:cubicBezTo>
                      <a:pt x="475" y="344"/>
                      <a:pt x="1036" y="575"/>
                      <a:pt x="1623" y="662"/>
                    </a:cubicBezTo>
                    <a:lnTo>
                      <a:pt x="1640" y="507"/>
                    </a:lnTo>
                    <a:cubicBezTo>
                      <a:pt x="1070" y="474"/>
                      <a:pt x="504" y="298"/>
                      <a:pt x="1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2"/>
              <p:cNvSpPr/>
              <p:nvPr/>
            </p:nvSpPr>
            <p:spPr>
              <a:xfrm>
                <a:off x="3238900" y="4258500"/>
                <a:ext cx="664300" cy="571375"/>
              </a:xfrm>
              <a:custGeom>
                <a:rect b="b" l="l" r="r" t="t"/>
                <a:pathLst>
                  <a:path extrusionOk="0" h="22855" w="26572">
                    <a:moveTo>
                      <a:pt x="7179" y="0"/>
                    </a:moveTo>
                    <a:cubicBezTo>
                      <a:pt x="6628" y="0"/>
                      <a:pt x="6447" y="143"/>
                      <a:pt x="6447" y="143"/>
                    </a:cubicBezTo>
                    <a:cubicBezTo>
                      <a:pt x="6447" y="143"/>
                      <a:pt x="1" y="7164"/>
                      <a:pt x="1120" y="12907"/>
                    </a:cubicBezTo>
                    <a:cubicBezTo>
                      <a:pt x="2243" y="18650"/>
                      <a:pt x="3681" y="21727"/>
                      <a:pt x="3681" y="21727"/>
                    </a:cubicBezTo>
                    <a:lnTo>
                      <a:pt x="26572" y="22854"/>
                    </a:lnTo>
                    <a:lnTo>
                      <a:pt x="22791" y="19702"/>
                    </a:lnTo>
                    <a:cubicBezTo>
                      <a:pt x="22791" y="19702"/>
                      <a:pt x="20276" y="6041"/>
                      <a:pt x="13934" y="2541"/>
                    </a:cubicBezTo>
                    <a:cubicBezTo>
                      <a:pt x="10055" y="401"/>
                      <a:pt x="8099" y="0"/>
                      <a:pt x="7179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22"/>
              <p:cNvSpPr/>
              <p:nvPr/>
            </p:nvSpPr>
            <p:spPr>
              <a:xfrm>
                <a:off x="3476375" y="3872775"/>
                <a:ext cx="167475" cy="151375"/>
              </a:xfrm>
              <a:custGeom>
                <a:rect b="b" l="l" r="r" t="t"/>
                <a:pathLst>
                  <a:path extrusionOk="0" h="6055" w="6699">
                    <a:moveTo>
                      <a:pt x="4813" y="0"/>
                    </a:moveTo>
                    <a:cubicBezTo>
                      <a:pt x="4286" y="0"/>
                      <a:pt x="3767" y="304"/>
                      <a:pt x="3312" y="604"/>
                    </a:cubicBezTo>
                    <a:cubicBezTo>
                      <a:pt x="2419" y="1194"/>
                      <a:pt x="1522" y="1823"/>
                      <a:pt x="885" y="2687"/>
                    </a:cubicBezTo>
                    <a:cubicBezTo>
                      <a:pt x="386" y="3366"/>
                      <a:pt x="1" y="4297"/>
                      <a:pt x="131" y="5156"/>
                    </a:cubicBezTo>
                    <a:cubicBezTo>
                      <a:pt x="218" y="5729"/>
                      <a:pt x="604" y="6054"/>
                      <a:pt x="1131" y="6054"/>
                    </a:cubicBezTo>
                    <a:cubicBezTo>
                      <a:pt x="1210" y="6054"/>
                      <a:pt x="1291" y="6047"/>
                      <a:pt x="1375" y="6032"/>
                    </a:cubicBezTo>
                    <a:cubicBezTo>
                      <a:pt x="1828" y="5952"/>
                      <a:pt x="2251" y="5696"/>
                      <a:pt x="2524" y="5328"/>
                    </a:cubicBezTo>
                    <a:cubicBezTo>
                      <a:pt x="2985" y="4707"/>
                      <a:pt x="3039" y="3848"/>
                      <a:pt x="2783" y="3123"/>
                    </a:cubicBezTo>
                    <a:lnTo>
                      <a:pt x="2783" y="3123"/>
                    </a:lnTo>
                    <a:cubicBezTo>
                      <a:pt x="3123" y="3563"/>
                      <a:pt x="3730" y="3670"/>
                      <a:pt x="4291" y="3670"/>
                    </a:cubicBezTo>
                    <a:cubicBezTo>
                      <a:pt x="4334" y="3670"/>
                      <a:pt x="4376" y="3669"/>
                      <a:pt x="4418" y="3668"/>
                    </a:cubicBezTo>
                    <a:cubicBezTo>
                      <a:pt x="4821" y="3655"/>
                      <a:pt x="5223" y="3609"/>
                      <a:pt x="5596" y="3462"/>
                    </a:cubicBezTo>
                    <a:cubicBezTo>
                      <a:pt x="5969" y="3316"/>
                      <a:pt x="6308" y="3060"/>
                      <a:pt x="6498" y="2704"/>
                    </a:cubicBezTo>
                    <a:cubicBezTo>
                      <a:pt x="6695" y="2326"/>
                      <a:pt x="6699" y="1865"/>
                      <a:pt x="6560" y="1463"/>
                    </a:cubicBezTo>
                    <a:cubicBezTo>
                      <a:pt x="6422" y="1061"/>
                      <a:pt x="6149" y="713"/>
                      <a:pt x="5827" y="436"/>
                    </a:cubicBezTo>
                    <a:cubicBezTo>
                      <a:pt x="5625" y="264"/>
                      <a:pt x="5395" y="109"/>
                      <a:pt x="5139" y="42"/>
                    </a:cubicBezTo>
                    <a:cubicBezTo>
                      <a:pt x="5031" y="13"/>
                      <a:pt x="4922" y="0"/>
                      <a:pt x="4813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2"/>
              <p:cNvSpPr/>
              <p:nvPr/>
            </p:nvSpPr>
            <p:spPr>
              <a:xfrm>
                <a:off x="3497625" y="3801925"/>
                <a:ext cx="123275" cy="113100"/>
              </a:xfrm>
              <a:custGeom>
                <a:rect b="b" l="l" r="r" t="t"/>
                <a:pathLst>
                  <a:path extrusionOk="0" h="4524" w="4931">
                    <a:moveTo>
                      <a:pt x="2466" y="0"/>
                    </a:moveTo>
                    <a:cubicBezTo>
                      <a:pt x="1103" y="0"/>
                      <a:pt x="1" y="1010"/>
                      <a:pt x="1" y="2260"/>
                    </a:cubicBezTo>
                    <a:cubicBezTo>
                      <a:pt x="1" y="3509"/>
                      <a:pt x="1103" y="4523"/>
                      <a:pt x="2466" y="4523"/>
                    </a:cubicBezTo>
                    <a:cubicBezTo>
                      <a:pt x="3829" y="4523"/>
                      <a:pt x="4930" y="3509"/>
                      <a:pt x="4930" y="2260"/>
                    </a:cubicBezTo>
                    <a:cubicBezTo>
                      <a:pt x="4930" y="1010"/>
                      <a:pt x="3829" y="0"/>
                      <a:pt x="2466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2"/>
              <p:cNvSpPr/>
              <p:nvPr/>
            </p:nvSpPr>
            <p:spPr>
              <a:xfrm>
                <a:off x="3393575" y="3785275"/>
                <a:ext cx="123275" cy="113200"/>
              </a:xfrm>
              <a:custGeom>
                <a:rect b="b" l="l" r="r" t="t"/>
                <a:pathLst>
                  <a:path extrusionOk="0" h="4528" w="4931">
                    <a:moveTo>
                      <a:pt x="2466" y="0"/>
                    </a:moveTo>
                    <a:cubicBezTo>
                      <a:pt x="1104" y="0"/>
                      <a:pt x="1" y="1014"/>
                      <a:pt x="1" y="2264"/>
                    </a:cubicBezTo>
                    <a:cubicBezTo>
                      <a:pt x="1" y="3512"/>
                      <a:pt x="1104" y="4527"/>
                      <a:pt x="2466" y="4527"/>
                    </a:cubicBezTo>
                    <a:cubicBezTo>
                      <a:pt x="3828" y="4527"/>
                      <a:pt x="4930" y="3512"/>
                      <a:pt x="4930" y="2264"/>
                    </a:cubicBezTo>
                    <a:cubicBezTo>
                      <a:pt x="4930" y="1014"/>
                      <a:pt x="3828" y="0"/>
                      <a:pt x="2466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2"/>
              <p:cNvSpPr/>
              <p:nvPr/>
            </p:nvSpPr>
            <p:spPr>
              <a:xfrm>
                <a:off x="3300100" y="3839600"/>
                <a:ext cx="133750" cy="117650"/>
              </a:xfrm>
              <a:custGeom>
                <a:rect b="b" l="l" r="r" t="t"/>
                <a:pathLst>
                  <a:path extrusionOk="0" h="4706" w="5350">
                    <a:moveTo>
                      <a:pt x="2877" y="0"/>
                    </a:moveTo>
                    <a:cubicBezTo>
                      <a:pt x="2288" y="0"/>
                      <a:pt x="1679" y="217"/>
                      <a:pt x="1183" y="652"/>
                    </a:cubicBezTo>
                    <a:cubicBezTo>
                      <a:pt x="161" y="1554"/>
                      <a:pt x="1" y="3042"/>
                      <a:pt x="823" y="3980"/>
                    </a:cubicBezTo>
                    <a:cubicBezTo>
                      <a:pt x="1247" y="4463"/>
                      <a:pt x="1848" y="4705"/>
                      <a:pt x="2471" y="4705"/>
                    </a:cubicBezTo>
                    <a:cubicBezTo>
                      <a:pt x="3061" y="4705"/>
                      <a:pt x="3670" y="4488"/>
                      <a:pt x="4168" y="4052"/>
                    </a:cubicBezTo>
                    <a:cubicBezTo>
                      <a:pt x="5191" y="3154"/>
                      <a:pt x="5350" y="1662"/>
                      <a:pt x="4528" y="724"/>
                    </a:cubicBezTo>
                    <a:cubicBezTo>
                      <a:pt x="4103" y="243"/>
                      <a:pt x="3501" y="0"/>
                      <a:pt x="2877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22"/>
              <p:cNvSpPr/>
              <p:nvPr/>
            </p:nvSpPr>
            <p:spPr>
              <a:xfrm>
                <a:off x="3254825" y="3911700"/>
                <a:ext cx="133750" cy="117625"/>
              </a:xfrm>
              <a:custGeom>
                <a:rect b="b" l="l" r="r" t="t"/>
                <a:pathLst>
                  <a:path extrusionOk="0" h="4705" w="5350">
                    <a:moveTo>
                      <a:pt x="2878" y="0"/>
                    </a:moveTo>
                    <a:cubicBezTo>
                      <a:pt x="2289" y="0"/>
                      <a:pt x="1680" y="217"/>
                      <a:pt x="1183" y="653"/>
                    </a:cubicBezTo>
                    <a:cubicBezTo>
                      <a:pt x="161" y="1553"/>
                      <a:pt x="1" y="3042"/>
                      <a:pt x="823" y="3980"/>
                    </a:cubicBezTo>
                    <a:cubicBezTo>
                      <a:pt x="1247" y="4463"/>
                      <a:pt x="1848" y="4705"/>
                      <a:pt x="2471" y="4705"/>
                    </a:cubicBezTo>
                    <a:cubicBezTo>
                      <a:pt x="3061" y="4705"/>
                      <a:pt x="3670" y="4488"/>
                      <a:pt x="4168" y="4052"/>
                    </a:cubicBezTo>
                    <a:cubicBezTo>
                      <a:pt x="5191" y="3155"/>
                      <a:pt x="5350" y="1663"/>
                      <a:pt x="4528" y="723"/>
                    </a:cubicBezTo>
                    <a:cubicBezTo>
                      <a:pt x="4103" y="242"/>
                      <a:pt x="3501" y="0"/>
                      <a:pt x="2878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22"/>
              <p:cNvSpPr/>
              <p:nvPr/>
            </p:nvSpPr>
            <p:spPr>
              <a:xfrm>
                <a:off x="3261650" y="4010625"/>
                <a:ext cx="131750" cy="121200"/>
              </a:xfrm>
              <a:custGeom>
                <a:rect b="b" l="l" r="r" t="t"/>
                <a:pathLst>
                  <a:path extrusionOk="0" h="4848" w="5270">
                    <a:moveTo>
                      <a:pt x="2471" y="1"/>
                    </a:moveTo>
                    <a:cubicBezTo>
                      <a:pt x="2138" y="1"/>
                      <a:pt x="1806" y="77"/>
                      <a:pt x="1497" y="237"/>
                    </a:cubicBezTo>
                    <a:cubicBezTo>
                      <a:pt x="391" y="815"/>
                      <a:pt x="0" y="2262"/>
                      <a:pt x="629" y="3469"/>
                    </a:cubicBezTo>
                    <a:cubicBezTo>
                      <a:pt x="1082" y="4339"/>
                      <a:pt x="1940" y="4847"/>
                      <a:pt x="2798" y="4847"/>
                    </a:cubicBezTo>
                    <a:cubicBezTo>
                      <a:pt x="3131" y="4847"/>
                      <a:pt x="3464" y="4771"/>
                      <a:pt x="3773" y="4609"/>
                    </a:cubicBezTo>
                    <a:cubicBezTo>
                      <a:pt x="4884" y="4034"/>
                      <a:pt x="5270" y="2585"/>
                      <a:pt x="4641" y="1378"/>
                    </a:cubicBezTo>
                    <a:cubicBezTo>
                      <a:pt x="4188" y="507"/>
                      <a:pt x="3329" y="1"/>
                      <a:pt x="2471" y="1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2"/>
              <p:cNvSpPr/>
              <p:nvPr/>
            </p:nvSpPr>
            <p:spPr>
              <a:xfrm>
                <a:off x="3330600" y="4090850"/>
                <a:ext cx="119175" cy="109575"/>
              </a:xfrm>
              <a:custGeom>
                <a:rect b="b" l="l" r="r" t="t"/>
                <a:pathLst>
                  <a:path extrusionOk="0" h="4383" w="4767">
                    <a:moveTo>
                      <a:pt x="2235" y="0"/>
                    </a:moveTo>
                    <a:cubicBezTo>
                      <a:pt x="1935" y="0"/>
                      <a:pt x="1634" y="69"/>
                      <a:pt x="1355" y="214"/>
                    </a:cubicBezTo>
                    <a:cubicBezTo>
                      <a:pt x="353" y="738"/>
                      <a:pt x="1" y="2046"/>
                      <a:pt x="570" y="3135"/>
                    </a:cubicBezTo>
                    <a:cubicBezTo>
                      <a:pt x="978" y="3923"/>
                      <a:pt x="1753" y="4383"/>
                      <a:pt x="2528" y="4383"/>
                    </a:cubicBezTo>
                    <a:cubicBezTo>
                      <a:pt x="2830" y="4383"/>
                      <a:pt x="3132" y="4313"/>
                      <a:pt x="3412" y="4166"/>
                    </a:cubicBezTo>
                    <a:cubicBezTo>
                      <a:pt x="4414" y="3647"/>
                      <a:pt x="4766" y="2339"/>
                      <a:pt x="4197" y="1245"/>
                    </a:cubicBezTo>
                    <a:cubicBezTo>
                      <a:pt x="3789" y="459"/>
                      <a:pt x="3012" y="0"/>
                      <a:pt x="2235" y="0"/>
                    </a:cubicBez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2"/>
              <p:cNvSpPr/>
              <p:nvPr/>
            </p:nvSpPr>
            <p:spPr>
              <a:xfrm>
                <a:off x="3559250" y="4535575"/>
                <a:ext cx="131875" cy="283900"/>
              </a:xfrm>
              <a:custGeom>
                <a:rect b="b" l="l" r="r" t="t"/>
                <a:pathLst>
                  <a:path extrusionOk="0" h="11356" w="5275">
                    <a:moveTo>
                      <a:pt x="1" y="1"/>
                    </a:moveTo>
                    <a:cubicBezTo>
                      <a:pt x="416" y="961"/>
                      <a:pt x="840" y="1912"/>
                      <a:pt x="1271" y="2864"/>
                    </a:cubicBezTo>
                    <a:lnTo>
                      <a:pt x="2575" y="5706"/>
                    </a:lnTo>
                    <a:lnTo>
                      <a:pt x="3908" y="8539"/>
                    </a:lnTo>
                    <a:lnTo>
                      <a:pt x="4583" y="9947"/>
                    </a:lnTo>
                    <a:lnTo>
                      <a:pt x="5274" y="11356"/>
                    </a:lnTo>
                    <a:lnTo>
                      <a:pt x="4645" y="9922"/>
                    </a:lnTo>
                    <a:lnTo>
                      <a:pt x="4004" y="8494"/>
                    </a:lnTo>
                    <a:lnTo>
                      <a:pt x="2701" y="5652"/>
                    </a:lnTo>
                    <a:lnTo>
                      <a:pt x="1368" y="2818"/>
                    </a:lnTo>
                    <a:cubicBezTo>
                      <a:pt x="919" y="1879"/>
                      <a:pt x="466" y="935"/>
                      <a:pt x="1" y="1"/>
                    </a:cubicBezTo>
                    <a:close/>
                  </a:path>
                </a:pathLst>
              </a:custGeom>
              <a:solidFill>
                <a:srgbClr val="9DDCF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3527600" y="4211450"/>
                <a:ext cx="39550" cy="18675"/>
              </a:xfrm>
              <a:custGeom>
                <a:rect b="b" l="l" r="r" t="t"/>
                <a:pathLst>
                  <a:path extrusionOk="0" h="747" w="1582">
                    <a:moveTo>
                      <a:pt x="1581" y="0"/>
                    </a:moveTo>
                    <a:lnTo>
                      <a:pt x="1" y="151"/>
                    </a:lnTo>
                    <a:lnTo>
                      <a:pt x="1485" y="747"/>
                    </a:lnTo>
                    <a:lnTo>
                      <a:pt x="1581" y="0"/>
                    </a:lnTo>
                    <a:close/>
                  </a:path>
                </a:pathLst>
              </a:custGeom>
              <a:solidFill>
                <a:srgbClr val="0A2A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3510100" y="3866575"/>
                <a:ext cx="14825" cy="12275"/>
              </a:xfrm>
              <a:custGeom>
                <a:rect b="b" l="l" r="r" t="t"/>
                <a:pathLst>
                  <a:path extrusionOk="0" h="491" w="593">
                    <a:moveTo>
                      <a:pt x="22" y="1"/>
                    </a:moveTo>
                    <a:cubicBezTo>
                      <a:pt x="14" y="13"/>
                      <a:pt x="5" y="26"/>
                      <a:pt x="1" y="38"/>
                    </a:cubicBezTo>
                    <a:cubicBezTo>
                      <a:pt x="252" y="80"/>
                      <a:pt x="483" y="252"/>
                      <a:pt x="592" y="491"/>
                    </a:cubicBezTo>
                    <a:cubicBezTo>
                      <a:pt x="500" y="252"/>
                      <a:pt x="277" y="59"/>
                      <a:pt x="22" y="1"/>
                    </a:cubicBezTo>
                    <a:close/>
                  </a:path>
                </a:pathLst>
              </a:custGeom>
              <a:solidFill>
                <a:srgbClr val="4B78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3429100" y="3849075"/>
                <a:ext cx="81550" cy="25700"/>
              </a:xfrm>
              <a:custGeom>
                <a:rect b="b" l="l" r="r" t="t"/>
                <a:pathLst>
                  <a:path extrusionOk="0" h="1028" w="3262">
                    <a:moveTo>
                      <a:pt x="1124" y="1"/>
                    </a:moveTo>
                    <a:cubicBezTo>
                      <a:pt x="877" y="1"/>
                      <a:pt x="634" y="97"/>
                      <a:pt x="437" y="240"/>
                    </a:cubicBezTo>
                    <a:cubicBezTo>
                      <a:pt x="219" y="403"/>
                      <a:pt x="60" y="637"/>
                      <a:pt x="0" y="902"/>
                    </a:cubicBezTo>
                    <a:cubicBezTo>
                      <a:pt x="72" y="643"/>
                      <a:pt x="248" y="424"/>
                      <a:pt x="458" y="273"/>
                    </a:cubicBezTo>
                    <a:cubicBezTo>
                      <a:pt x="650" y="140"/>
                      <a:pt x="881" y="64"/>
                      <a:pt x="1112" y="64"/>
                    </a:cubicBezTo>
                    <a:cubicBezTo>
                      <a:pt x="1141" y="64"/>
                      <a:pt x="1166" y="64"/>
                      <a:pt x="1196" y="68"/>
                    </a:cubicBezTo>
                    <a:cubicBezTo>
                      <a:pt x="1455" y="84"/>
                      <a:pt x="1699" y="202"/>
                      <a:pt x="1900" y="370"/>
                    </a:cubicBezTo>
                    <a:cubicBezTo>
                      <a:pt x="2101" y="537"/>
                      <a:pt x="2264" y="747"/>
                      <a:pt x="2382" y="982"/>
                    </a:cubicBezTo>
                    <a:lnTo>
                      <a:pt x="2403" y="1028"/>
                    </a:lnTo>
                    <a:lnTo>
                      <a:pt x="2432" y="986"/>
                    </a:lnTo>
                    <a:cubicBezTo>
                      <a:pt x="2511" y="881"/>
                      <a:pt x="2637" y="814"/>
                      <a:pt x="2767" y="772"/>
                    </a:cubicBezTo>
                    <a:cubicBezTo>
                      <a:pt x="2873" y="743"/>
                      <a:pt x="2977" y="726"/>
                      <a:pt x="3086" y="726"/>
                    </a:cubicBezTo>
                    <a:cubicBezTo>
                      <a:pt x="3115" y="726"/>
                      <a:pt x="3149" y="730"/>
                      <a:pt x="3178" y="730"/>
                    </a:cubicBezTo>
                    <a:cubicBezTo>
                      <a:pt x="3200" y="734"/>
                      <a:pt x="3220" y="734"/>
                      <a:pt x="3241" y="738"/>
                    </a:cubicBezTo>
                    <a:cubicBezTo>
                      <a:pt x="3245" y="726"/>
                      <a:pt x="3254" y="713"/>
                      <a:pt x="3262" y="701"/>
                    </a:cubicBezTo>
                    <a:cubicBezTo>
                      <a:pt x="3237" y="697"/>
                      <a:pt x="3208" y="693"/>
                      <a:pt x="3182" y="688"/>
                    </a:cubicBezTo>
                    <a:cubicBezTo>
                      <a:pt x="3140" y="684"/>
                      <a:pt x="3094" y="680"/>
                      <a:pt x="3049" y="680"/>
                    </a:cubicBezTo>
                    <a:cubicBezTo>
                      <a:pt x="2948" y="680"/>
                      <a:pt x="2851" y="693"/>
                      <a:pt x="2755" y="722"/>
                    </a:cubicBezTo>
                    <a:cubicBezTo>
                      <a:pt x="2629" y="755"/>
                      <a:pt x="2507" y="814"/>
                      <a:pt x="2415" y="914"/>
                    </a:cubicBezTo>
                    <a:cubicBezTo>
                      <a:pt x="2298" y="688"/>
                      <a:pt x="2138" y="483"/>
                      <a:pt x="1942" y="320"/>
                    </a:cubicBezTo>
                    <a:cubicBezTo>
                      <a:pt x="1732" y="148"/>
                      <a:pt x="1476" y="26"/>
                      <a:pt x="1200" y="5"/>
                    </a:cubicBezTo>
                    <a:cubicBezTo>
                      <a:pt x="1174" y="5"/>
                      <a:pt x="1149" y="1"/>
                      <a:pt x="1124" y="1"/>
                    </a:cubicBezTo>
                    <a:close/>
                  </a:path>
                </a:pathLst>
              </a:custGeom>
              <a:solidFill>
                <a:srgbClr val="4B78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3434450" y="3942775"/>
                <a:ext cx="60300" cy="21500"/>
              </a:xfrm>
              <a:custGeom>
                <a:rect b="b" l="l" r="r" t="t"/>
                <a:pathLst>
                  <a:path extrusionOk="0" h="860" w="2412">
                    <a:moveTo>
                      <a:pt x="1887" y="0"/>
                    </a:moveTo>
                    <a:lnTo>
                      <a:pt x="1879" y="58"/>
                    </a:lnTo>
                    <a:cubicBezTo>
                      <a:pt x="1854" y="248"/>
                      <a:pt x="1744" y="416"/>
                      <a:pt x="1606" y="545"/>
                    </a:cubicBezTo>
                    <a:cubicBezTo>
                      <a:pt x="1463" y="675"/>
                      <a:pt x="1279" y="763"/>
                      <a:pt x="1090" y="788"/>
                    </a:cubicBezTo>
                    <a:cubicBezTo>
                      <a:pt x="1036" y="797"/>
                      <a:pt x="978" y="801"/>
                      <a:pt x="923" y="801"/>
                    </a:cubicBezTo>
                    <a:cubicBezTo>
                      <a:pt x="784" y="801"/>
                      <a:pt x="647" y="780"/>
                      <a:pt x="516" y="733"/>
                    </a:cubicBezTo>
                    <a:cubicBezTo>
                      <a:pt x="328" y="671"/>
                      <a:pt x="152" y="575"/>
                      <a:pt x="1" y="449"/>
                    </a:cubicBezTo>
                    <a:lnTo>
                      <a:pt x="1" y="449"/>
                    </a:lnTo>
                    <a:cubicBezTo>
                      <a:pt x="144" y="583"/>
                      <a:pt x="315" y="696"/>
                      <a:pt x="504" y="772"/>
                    </a:cubicBezTo>
                    <a:cubicBezTo>
                      <a:pt x="647" y="826"/>
                      <a:pt x="802" y="859"/>
                      <a:pt x="956" y="859"/>
                    </a:cubicBezTo>
                    <a:cubicBezTo>
                      <a:pt x="1007" y="859"/>
                      <a:pt x="1053" y="855"/>
                      <a:pt x="1099" y="847"/>
                    </a:cubicBezTo>
                    <a:cubicBezTo>
                      <a:pt x="1300" y="822"/>
                      <a:pt x="1493" y="729"/>
                      <a:pt x="1648" y="596"/>
                    </a:cubicBezTo>
                    <a:cubicBezTo>
                      <a:pt x="1790" y="474"/>
                      <a:pt x="1895" y="302"/>
                      <a:pt x="1933" y="118"/>
                    </a:cubicBezTo>
                    <a:cubicBezTo>
                      <a:pt x="2021" y="168"/>
                      <a:pt x="2121" y="193"/>
                      <a:pt x="2222" y="193"/>
                    </a:cubicBezTo>
                    <a:lnTo>
                      <a:pt x="2268" y="193"/>
                    </a:lnTo>
                    <a:cubicBezTo>
                      <a:pt x="2301" y="189"/>
                      <a:pt x="2336" y="184"/>
                      <a:pt x="2369" y="176"/>
                    </a:cubicBezTo>
                    <a:cubicBezTo>
                      <a:pt x="2382" y="155"/>
                      <a:pt x="2394" y="134"/>
                      <a:pt x="2411" y="109"/>
                    </a:cubicBezTo>
                    <a:lnTo>
                      <a:pt x="2411" y="109"/>
                    </a:lnTo>
                    <a:cubicBezTo>
                      <a:pt x="2361" y="126"/>
                      <a:pt x="2315" y="130"/>
                      <a:pt x="2264" y="134"/>
                    </a:cubicBezTo>
                    <a:lnTo>
                      <a:pt x="2231" y="134"/>
                    </a:lnTo>
                    <a:cubicBezTo>
                      <a:pt x="2121" y="134"/>
                      <a:pt x="2013" y="105"/>
                      <a:pt x="1929" y="38"/>
                    </a:cubicBezTo>
                    <a:lnTo>
                      <a:pt x="1887" y="0"/>
                    </a:lnTo>
                    <a:close/>
                  </a:path>
                </a:pathLst>
              </a:custGeom>
              <a:solidFill>
                <a:srgbClr val="4B78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2"/>
              <p:cNvSpPr/>
              <p:nvPr/>
            </p:nvSpPr>
            <p:spPr>
              <a:xfrm>
                <a:off x="3493650" y="3927675"/>
                <a:ext cx="15450" cy="19525"/>
              </a:xfrm>
              <a:custGeom>
                <a:rect b="b" l="l" r="r" t="t"/>
                <a:pathLst>
                  <a:path extrusionOk="0" h="781" w="618">
                    <a:moveTo>
                      <a:pt x="618" y="0"/>
                    </a:moveTo>
                    <a:lnTo>
                      <a:pt x="618" y="0"/>
                    </a:lnTo>
                    <a:cubicBezTo>
                      <a:pt x="554" y="244"/>
                      <a:pt x="432" y="478"/>
                      <a:pt x="231" y="621"/>
                    </a:cubicBezTo>
                    <a:cubicBezTo>
                      <a:pt x="177" y="662"/>
                      <a:pt x="110" y="697"/>
                      <a:pt x="43" y="713"/>
                    </a:cubicBezTo>
                    <a:cubicBezTo>
                      <a:pt x="26" y="738"/>
                      <a:pt x="14" y="759"/>
                      <a:pt x="1" y="780"/>
                    </a:cubicBezTo>
                    <a:cubicBezTo>
                      <a:pt x="93" y="759"/>
                      <a:pt x="185" y="718"/>
                      <a:pt x="260" y="658"/>
                    </a:cubicBezTo>
                    <a:cubicBezTo>
                      <a:pt x="471" y="499"/>
                      <a:pt x="571" y="248"/>
                      <a:pt x="618" y="0"/>
                    </a:cubicBezTo>
                    <a:close/>
                  </a:path>
                </a:pathLst>
              </a:custGeom>
              <a:solidFill>
                <a:srgbClr val="4B78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2"/>
              <p:cNvSpPr/>
              <p:nvPr/>
            </p:nvSpPr>
            <p:spPr>
              <a:xfrm>
                <a:off x="3358175" y="4013625"/>
                <a:ext cx="1575" cy="225"/>
              </a:xfrm>
              <a:custGeom>
                <a:rect b="b" l="l" r="r" t="t"/>
                <a:pathLst>
                  <a:path extrusionOk="0" h="9" w="63">
                    <a:moveTo>
                      <a:pt x="5" y="0"/>
                    </a:moveTo>
                    <a:lnTo>
                      <a:pt x="0" y="4"/>
                    </a:lnTo>
                    <a:cubicBezTo>
                      <a:pt x="21" y="4"/>
                      <a:pt x="42" y="8"/>
                      <a:pt x="63" y="8"/>
                    </a:cubicBezTo>
                    <a:cubicBezTo>
                      <a:pt x="46" y="4"/>
                      <a:pt x="26" y="4"/>
                      <a:pt x="5" y="0"/>
                    </a:cubicBezTo>
                    <a:close/>
                  </a:path>
                </a:pathLst>
              </a:custGeom>
              <a:solidFill>
                <a:srgbClr val="4B78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3332600" y="3935650"/>
                <a:ext cx="25700" cy="78100"/>
              </a:xfrm>
              <a:custGeom>
                <a:rect b="b" l="l" r="r" t="t"/>
                <a:pathLst>
                  <a:path extrusionOk="0" h="3124" w="1028">
                    <a:moveTo>
                      <a:pt x="621" y="0"/>
                    </a:moveTo>
                    <a:lnTo>
                      <a:pt x="621" y="0"/>
                    </a:lnTo>
                    <a:cubicBezTo>
                      <a:pt x="445" y="105"/>
                      <a:pt x="285" y="252"/>
                      <a:pt x="176" y="428"/>
                    </a:cubicBezTo>
                    <a:cubicBezTo>
                      <a:pt x="68" y="604"/>
                      <a:pt x="0" y="813"/>
                      <a:pt x="4" y="1028"/>
                    </a:cubicBezTo>
                    <a:cubicBezTo>
                      <a:pt x="12" y="1241"/>
                      <a:pt x="97" y="1446"/>
                      <a:pt x="235" y="1610"/>
                    </a:cubicBezTo>
                    <a:cubicBezTo>
                      <a:pt x="352" y="1757"/>
                      <a:pt x="515" y="1866"/>
                      <a:pt x="701" y="1908"/>
                    </a:cubicBezTo>
                    <a:cubicBezTo>
                      <a:pt x="486" y="2075"/>
                      <a:pt x="386" y="2365"/>
                      <a:pt x="453" y="2624"/>
                    </a:cubicBezTo>
                    <a:cubicBezTo>
                      <a:pt x="524" y="2893"/>
                      <a:pt x="763" y="3090"/>
                      <a:pt x="1023" y="3123"/>
                    </a:cubicBezTo>
                    <a:lnTo>
                      <a:pt x="1028" y="3119"/>
                    </a:lnTo>
                    <a:cubicBezTo>
                      <a:pt x="772" y="3069"/>
                      <a:pt x="554" y="2864"/>
                      <a:pt x="499" y="2616"/>
                    </a:cubicBezTo>
                    <a:cubicBezTo>
                      <a:pt x="440" y="2347"/>
                      <a:pt x="566" y="2050"/>
                      <a:pt x="801" y="1916"/>
                    </a:cubicBezTo>
                    <a:lnTo>
                      <a:pt x="881" y="1870"/>
                    </a:lnTo>
                    <a:lnTo>
                      <a:pt x="788" y="1857"/>
                    </a:lnTo>
                    <a:cubicBezTo>
                      <a:pt x="591" y="1832"/>
                      <a:pt x="411" y="1719"/>
                      <a:pt x="285" y="1568"/>
                    </a:cubicBezTo>
                    <a:cubicBezTo>
                      <a:pt x="155" y="1417"/>
                      <a:pt x="76" y="1224"/>
                      <a:pt x="63" y="1022"/>
                    </a:cubicBezTo>
                    <a:cubicBezTo>
                      <a:pt x="55" y="826"/>
                      <a:pt x="109" y="620"/>
                      <a:pt x="210" y="444"/>
                    </a:cubicBezTo>
                    <a:cubicBezTo>
                      <a:pt x="306" y="268"/>
                      <a:pt x="449" y="113"/>
                      <a:pt x="621" y="0"/>
                    </a:cubicBezTo>
                    <a:close/>
                  </a:path>
                </a:pathLst>
              </a:custGeom>
              <a:solidFill>
                <a:srgbClr val="4B78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3384450" y="4074375"/>
                <a:ext cx="14925" cy="10425"/>
              </a:xfrm>
              <a:custGeom>
                <a:rect b="b" l="l" r="r" t="t"/>
                <a:pathLst>
                  <a:path extrusionOk="0" h="417" w="597">
                    <a:moveTo>
                      <a:pt x="596" y="1"/>
                    </a:moveTo>
                    <a:lnTo>
                      <a:pt x="596" y="1"/>
                    </a:lnTo>
                    <a:cubicBezTo>
                      <a:pt x="513" y="190"/>
                      <a:pt x="333" y="311"/>
                      <a:pt x="144" y="353"/>
                    </a:cubicBezTo>
                    <a:cubicBezTo>
                      <a:pt x="97" y="366"/>
                      <a:pt x="56" y="370"/>
                      <a:pt x="10" y="374"/>
                    </a:cubicBezTo>
                    <a:cubicBezTo>
                      <a:pt x="6" y="387"/>
                      <a:pt x="6" y="403"/>
                      <a:pt x="1" y="416"/>
                    </a:cubicBezTo>
                    <a:cubicBezTo>
                      <a:pt x="56" y="412"/>
                      <a:pt x="106" y="403"/>
                      <a:pt x="152" y="391"/>
                    </a:cubicBezTo>
                    <a:cubicBezTo>
                      <a:pt x="349" y="337"/>
                      <a:pt x="529" y="194"/>
                      <a:pt x="596" y="1"/>
                    </a:cubicBezTo>
                    <a:close/>
                  </a:path>
                </a:pathLst>
              </a:custGeom>
              <a:solidFill>
                <a:srgbClr val="4B78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3324325" y="4075525"/>
                <a:ext cx="60375" cy="22475"/>
              </a:xfrm>
              <a:custGeom>
                <a:rect b="b" l="l" r="r" t="t"/>
                <a:pathLst>
                  <a:path extrusionOk="0" h="899" w="2415">
                    <a:moveTo>
                      <a:pt x="0" y="1"/>
                    </a:moveTo>
                    <a:cubicBezTo>
                      <a:pt x="59" y="215"/>
                      <a:pt x="172" y="416"/>
                      <a:pt x="335" y="575"/>
                    </a:cubicBezTo>
                    <a:cubicBezTo>
                      <a:pt x="494" y="734"/>
                      <a:pt x="705" y="852"/>
                      <a:pt x="931" y="890"/>
                    </a:cubicBezTo>
                    <a:cubicBezTo>
                      <a:pt x="981" y="894"/>
                      <a:pt x="1028" y="898"/>
                      <a:pt x="1078" y="898"/>
                    </a:cubicBezTo>
                    <a:cubicBezTo>
                      <a:pt x="1258" y="898"/>
                      <a:pt x="1438" y="848"/>
                      <a:pt x="1593" y="755"/>
                    </a:cubicBezTo>
                    <a:cubicBezTo>
                      <a:pt x="1777" y="647"/>
                      <a:pt x="1933" y="475"/>
                      <a:pt x="1999" y="269"/>
                    </a:cubicBezTo>
                    <a:cubicBezTo>
                      <a:pt x="2104" y="341"/>
                      <a:pt x="2230" y="374"/>
                      <a:pt x="2355" y="374"/>
                    </a:cubicBezTo>
                    <a:cubicBezTo>
                      <a:pt x="2373" y="374"/>
                      <a:pt x="2390" y="374"/>
                      <a:pt x="2406" y="370"/>
                    </a:cubicBezTo>
                    <a:cubicBezTo>
                      <a:pt x="2411" y="357"/>
                      <a:pt x="2411" y="341"/>
                      <a:pt x="2415" y="328"/>
                    </a:cubicBezTo>
                    <a:lnTo>
                      <a:pt x="2386" y="328"/>
                    </a:lnTo>
                    <a:cubicBezTo>
                      <a:pt x="2247" y="328"/>
                      <a:pt x="2109" y="282"/>
                      <a:pt x="1999" y="194"/>
                    </a:cubicBezTo>
                    <a:lnTo>
                      <a:pt x="1966" y="165"/>
                    </a:lnTo>
                    <a:lnTo>
                      <a:pt x="1953" y="211"/>
                    </a:lnTo>
                    <a:cubicBezTo>
                      <a:pt x="1895" y="416"/>
                      <a:pt x="1744" y="592"/>
                      <a:pt x="1560" y="697"/>
                    </a:cubicBezTo>
                    <a:cubicBezTo>
                      <a:pt x="1413" y="785"/>
                      <a:pt x="1237" y="835"/>
                      <a:pt x="1065" y="835"/>
                    </a:cubicBezTo>
                    <a:cubicBezTo>
                      <a:pt x="1022" y="835"/>
                      <a:pt x="981" y="835"/>
                      <a:pt x="939" y="827"/>
                    </a:cubicBezTo>
                    <a:cubicBezTo>
                      <a:pt x="726" y="794"/>
                      <a:pt x="525" y="693"/>
                      <a:pt x="365" y="546"/>
                    </a:cubicBezTo>
                    <a:cubicBezTo>
                      <a:pt x="202" y="395"/>
                      <a:pt x="72" y="211"/>
                      <a:pt x="0" y="1"/>
                    </a:cubicBezTo>
                    <a:close/>
                  </a:path>
                </a:pathLst>
              </a:custGeom>
              <a:solidFill>
                <a:srgbClr val="4B78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22"/>
              <p:cNvSpPr/>
              <p:nvPr/>
            </p:nvSpPr>
            <p:spPr>
              <a:xfrm>
                <a:off x="3388975" y="4135075"/>
                <a:ext cx="50825" cy="24975"/>
              </a:xfrm>
              <a:custGeom>
                <a:rect b="b" l="l" r="r" t="t"/>
                <a:pathLst>
                  <a:path extrusionOk="0" h="999" w="2033">
                    <a:moveTo>
                      <a:pt x="449" y="0"/>
                    </a:moveTo>
                    <a:cubicBezTo>
                      <a:pt x="294" y="0"/>
                      <a:pt x="135" y="42"/>
                      <a:pt x="1" y="126"/>
                    </a:cubicBezTo>
                    <a:cubicBezTo>
                      <a:pt x="122" y="67"/>
                      <a:pt x="256" y="42"/>
                      <a:pt x="386" y="42"/>
                    </a:cubicBezTo>
                    <a:cubicBezTo>
                      <a:pt x="554" y="42"/>
                      <a:pt x="721" y="84"/>
                      <a:pt x="864" y="172"/>
                    </a:cubicBezTo>
                    <a:cubicBezTo>
                      <a:pt x="1111" y="327"/>
                      <a:pt x="1278" y="612"/>
                      <a:pt x="1284" y="905"/>
                    </a:cubicBezTo>
                    <a:lnTo>
                      <a:pt x="1284" y="960"/>
                    </a:lnTo>
                    <a:lnTo>
                      <a:pt x="1329" y="931"/>
                    </a:lnTo>
                    <a:cubicBezTo>
                      <a:pt x="1417" y="876"/>
                      <a:pt x="1522" y="847"/>
                      <a:pt x="1631" y="847"/>
                    </a:cubicBezTo>
                    <a:cubicBezTo>
                      <a:pt x="1773" y="847"/>
                      <a:pt x="1920" y="897"/>
                      <a:pt x="2033" y="998"/>
                    </a:cubicBezTo>
                    <a:cubicBezTo>
                      <a:pt x="1924" y="872"/>
                      <a:pt x="1756" y="805"/>
                      <a:pt x="1589" y="805"/>
                    </a:cubicBezTo>
                    <a:cubicBezTo>
                      <a:pt x="1505" y="805"/>
                      <a:pt x="1421" y="822"/>
                      <a:pt x="1342" y="859"/>
                    </a:cubicBezTo>
                    <a:cubicBezTo>
                      <a:pt x="1325" y="557"/>
                      <a:pt x="1158" y="269"/>
                      <a:pt x="893" y="118"/>
                    </a:cubicBezTo>
                    <a:cubicBezTo>
                      <a:pt x="759" y="37"/>
                      <a:pt x="604" y="0"/>
                      <a:pt x="449" y="0"/>
                    </a:cubicBezTo>
                    <a:close/>
                  </a:path>
                </a:pathLst>
              </a:custGeom>
              <a:solidFill>
                <a:srgbClr val="4B78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2"/>
              <p:cNvSpPr/>
              <p:nvPr/>
            </p:nvSpPr>
            <p:spPr>
              <a:xfrm>
                <a:off x="3591650" y="3905675"/>
                <a:ext cx="24125" cy="16800"/>
              </a:xfrm>
              <a:custGeom>
                <a:rect b="b" l="l" r="r" t="t"/>
                <a:pathLst>
                  <a:path extrusionOk="0" h="672" w="965">
                    <a:moveTo>
                      <a:pt x="63" y="0"/>
                    </a:moveTo>
                    <a:cubicBezTo>
                      <a:pt x="43" y="8"/>
                      <a:pt x="21" y="21"/>
                      <a:pt x="0" y="33"/>
                    </a:cubicBezTo>
                    <a:cubicBezTo>
                      <a:pt x="118" y="134"/>
                      <a:pt x="202" y="265"/>
                      <a:pt x="239" y="411"/>
                    </a:cubicBezTo>
                    <a:lnTo>
                      <a:pt x="252" y="453"/>
                    </a:lnTo>
                    <a:lnTo>
                      <a:pt x="285" y="432"/>
                    </a:lnTo>
                    <a:cubicBezTo>
                      <a:pt x="348" y="395"/>
                      <a:pt x="424" y="377"/>
                      <a:pt x="499" y="377"/>
                    </a:cubicBezTo>
                    <a:cubicBezTo>
                      <a:pt x="558" y="377"/>
                      <a:pt x="612" y="391"/>
                      <a:pt x="666" y="407"/>
                    </a:cubicBezTo>
                    <a:cubicBezTo>
                      <a:pt x="792" y="453"/>
                      <a:pt x="910" y="541"/>
                      <a:pt x="964" y="671"/>
                    </a:cubicBezTo>
                    <a:cubicBezTo>
                      <a:pt x="927" y="536"/>
                      <a:pt x="817" y="424"/>
                      <a:pt x="683" y="369"/>
                    </a:cubicBezTo>
                    <a:cubicBezTo>
                      <a:pt x="616" y="340"/>
                      <a:pt x="546" y="323"/>
                      <a:pt x="474" y="323"/>
                    </a:cubicBezTo>
                    <a:cubicBezTo>
                      <a:pt x="411" y="323"/>
                      <a:pt x="348" y="335"/>
                      <a:pt x="289" y="360"/>
                    </a:cubicBezTo>
                    <a:cubicBezTo>
                      <a:pt x="252" y="223"/>
                      <a:pt x="172" y="97"/>
                      <a:pt x="63" y="0"/>
                    </a:cubicBezTo>
                    <a:close/>
                  </a:path>
                </a:pathLst>
              </a:custGeom>
              <a:solidFill>
                <a:srgbClr val="4B78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3567225" y="3900850"/>
                <a:ext cx="26000" cy="6200"/>
              </a:xfrm>
              <a:custGeom>
                <a:rect b="b" l="l" r="r" t="t"/>
                <a:pathLst>
                  <a:path extrusionOk="0" h="248" w="1040">
                    <a:moveTo>
                      <a:pt x="558" y="0"/>
                    </a:moveTo>
                    <a:cubicBezTo>
                      <a:pt x="482" y="0"/>
                      <a:pt x="403" y="13"/>
                      <a:pt x="331" y="34"/>
                    </a:cubicBezTo>
                    <a:cubicBezTo>
                      <a:pt x="202" y="76"/>
                      <a:pt x="84" y="147"/>
                      <a:pt x="0" y="248"/>
                    </a:cubicBezTo>
                    <a:cubicBezTo>
                      <a:pt x="97" y="160"/>
                      <a:pt x="219" y="106"/>
                      <a:pt x="345" y="76"/>
                    </a:cubicBezTo>
                    <a:cubicBezTo>
                      <a:pt x="399" y="59"/>
                      <a:pt x="453" y="55"/>
                      <a:pt x="507" y="55"/>
                    </a:cubicBezTo>
                    <a:cubicBezTo>
                      <a:pt x="579" y="55"/>
                      <a:pt x="650" y="63"/>
                      <a:pt x="718" y="85"/>
                    </a:cubicBezTo>
                    <a:cubicBezTo>
                      <a:pt x="813" y="114"/>
                      <a:pt x="902" y="164"/>
                      <a:pt x="977" y="226"/>
                    </a:cubicBezTo>
                    <a:cubicBezTo>
                      <a:pt x="998" y="214"/>
                      <a:pt x="1020" y="201"/>
                      <a:pt x="1040" y="193"/>
                    </a:cubicBezTo>
                    <a:cubicBezTo>
                      <a:pt x="952" y="114"/>
                      <a:pt x="848" y="55"/>
                      <a:pt x="734" y="25"/>
                    </a:cubicBezTo>
                    <a:cubicBezTo>
                      <a:pt x="676" y="9"/>
                      <a:pt x="617" y="0"/>
                      <a:pt x="558" y="0"/>
                    </a:cubicBezTo>
                    <a:close/>
                  </a:path>
                </a:pathLst>
              </a:custGeom>
              <a:solidFill>
                <a:srgbClr val="4B78A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2" name="Google Shape;282;p22"/>
          <p:cNvGrpSpPr/>
          <p:nvPr/>
        </p:nvGrpSpPr>
        <p:grpSpPr>
          <a:xfrm>
            <a:off x="683149" y="3422914"/>
            <a:ext cx="496556" cy="302273"/>
            <a:chOff x="267324" y="3231764"/>
            <a:chExt cx="496556" cy="302273"/>
          </a:xfrm>
        </p:grpSpPr>
        <p:sp>
          <p:nvSpPr>
            <p:cNvPr id="283" name="Google Shape;283;p22"/>
            <p:cNvSpPr/>
            <p:nvPr/>
          </p:nvSpPr>
          <p:spPr>
            <a:xfrm flipH="1">
              <a:off x="267324" y="3390095"/>
              <a:ext cx="331116" cy="143943"/>
            </a:xfrm>
            <a:custGeom>
              <a:rect b="b" l="l" r="r" t="t"/>
              <a:pathLst>
                <a:path extrusionOk="0" h="4292" w="9873">
                  <a:moveTo>
                    <a:pt x="0" y="0"/>
                  </a:moveTo>
                  <a:lnTo>
                    <a:pt x="0" y="4292"/>
                  </a:lnTo>
                  <a:lnTo>
                    <a:pt x="9873" y="4292"/>
                  </a:lnTo>
                  <a:lnTo>
                    <a:pt x="9873" y="0"/>
                  </a:lnTo>
                  <a:close/>
                </a:path>
              </a:pathLst>
            </a:custGeom>
            <a:solidFill>
              <a:srgbClr val="CCE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 flipH="1">
              <a:off x="432966" y="3231764"/>
              <a:ext cx="330915" cy="144144"/>
            </a:xfrm>
            <a:custGeom>
              <a:rect b="b" l="l" r="r" t="t"/>
              <a:pathLst>
                <a:path extrusionOk="0" h="4298" w="9867">
                  <a:moveTo>
                    <a:pt x="0" y="1"/>
                  </a:moveTo>
                  <a:lnTo>
                    <a:pt x="0" y="4297"/>
                  </a:lnTo>
                  <a:lnTo>
                    <a:pt x="9867" y="4297"/>
                  </a:lnTo>
                  <a:lnTo>
                    <a:pt x="9867" y="1"/>
                  </a:lnTo>
                  <a:close/>
                </a:path>
              </a:pathLst>
            </a:custGeom>
            <a:solidFill>
              <a:srgbClr val="CCE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5" name="Google Shape;285;p22"/>
          <p:cNvGrpSpPr/>
          <p:nvPr/>
        </p:nvGrpSpPr>
        <p:grpSpPr>
          <a:xfrm>
            <a:off x="7297212" y="1759312"/>
            <a:ext cx="853496" cy="472543"/>
            <a:chOff x="2975612" y="3769337"/>
            <a:chExt cx="853496" cy="472543"/>
          </a:xfrm>
        </p:grpSpPr>
        <p:sp>
          <p:nvSpPr>
            <p:cNvPr id="286" name="Google Shape;286;p22"/>
            <p:cNvSpPr/>
            <p:nvPr/>
          </p:nvSpPr>
          <p:spPr>
            <a:xfrm flipH="1">
              <a:off x="3497992" y="3927634"/>
              <a:ext cx="331116" cy="144010"/>
            </a:xfrm>
            <a:custGeom>
              <a:rect b="b" l="l" r="r" t="t"/>
              <a:pathLst>
                <a:path extrusionOk="0" h="4294" w="9873">
                  <a:moveTo>
                    <a:pt x="1" y="1"/>
                  </a:moveTo>
                  <a:lnTo>
                    <a:pt x="1" y="4294"/>
                  </a:lnTo>
                  <a:lnTo>
                    <a:pt x="9873" y="4294"/>
                  </a:lnTo>
                  <a:lnTo>
                    <a:pt x="9873" y="1"/>
                  </a:lnTo>
                  <a:close/>
                </a:path>
              </a:pathLst>
            </a:custGeom>
            <a:solidFill>
              <a:srgbClr val="CCE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 flipH="1">
              <a:off x="3141052" y="3927634"/>
              <a:ext cx="331116" cy="144010"/>
            </a:xfrm>
            <a:custGeom>
              <a:rect b="b" l="l" r="r" t="t"/>
              <a:pathLst>
                <a:path extrusionOk="0" h="4294" w="9873">
                  <a:moveTo>
                    <a:pt x="0" y="1"/>
                  </a:moveTo>
                  <a:lnTo>
                    <a:pt x="0" y="4294"/>
                  </a:lnTo>
                  <a:lnTo>
                    <a:pt x="9872" y="4294"/>
                  </a:lnTo>
                  <a:lnTo>
                    <a:pt x="9872" y="1"/>
                  </a:lnTo>
                  <a:close/>
                </a:path>
              </a:pathLst>
            </a:custGeom>
            <a:solidFill>
              <a:srgbClr val="CCE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 flipH="1">
              <a:off x="3321853" y="4097903"/>
              <a:ext cx="331082" cy="143976"/>
            </a:xfrm>
            <a:custGeom>
              <a:rect b="b" l="l" r="r" t="t"/>
              <a:pathLst>
                <a:path extrusionOk="0" h="4293" w="9872">
                  <a:moveTo>
                    <a:pt x="0" y="0"/>
                  </a:moveTo>
                  <a:lnTo>
                    <a:pt x="0" y="4293"/>
                  </a:lnTo>
                  <a:lnTo>
                    <a:pt x="9871" y="4293"/>
                  </a:lnTo>
                  <a:lnTo>
                    <a:pt x="9871" y="0"/>
                  </a:lnTo>
                  <a:close/>
                </a:path>
              </a:pathLst>
            </a:custGeom>
            <a:solidFill>
              <a:srgbClr val="CCE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 flipH="1">
              <a:off x="2975612" y="3769337"/>
              <a:ext cx="331116" cy="144010"/>
            </a:xfrm>
            <a:custGeom>
              <a:rect b="b" l="l" r="r" t="t"/>
              <a:pathLst>
                <a:path extrusionOk="0" h="4294" w="9873">
                  <a:moveTo>
                    <a:pt x="1" y="1"/>
                  </a:moveTo>
                  <a:lnTo>
                    <a:pt x="1" y="4293"/>
                  </a:lnTo>
                  <a:lnTo>
                    <a:pt x="9873" y="4293"/>
                  </a:lnTo>
                  <a:lnTo>
                    <a:pt x="9873" y="1"/>
                  </a:lnTo>
                  <a:close/>
                </a:path>
              </a:pathLst>
            </a:custGeom>
            <a:solidFill>
              <a:srgbClr val="CCE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" name="Google Shape;290;p22"/>
          <p:cNvGrpSpPr/>
          <p:nvPr/>
        </p:nvGrpSpPr>
        <p:grpSpPr>
          <a:xfrm>
            <a:off x="732055" y="1347829"/>
            <a:ext cx="853529" cy="472376"/>
            <a:chOff x="841855" y="1120679"/>
            <a:chExt cx="853529" cy="472376"/>
          </a:xfrm>
        </p:grpSpPr>
        <p:sp>
          <p:nvSpPr>
            <p:cNvPr id="291" name="Google Shape;291;p22"/>
            <p:cNvSpPr/>
            <p:nvPr/>
          </p:nvSpPr>
          <p:spPr>
            <a:xfrm flipH="1">
              <a:off x="1364303" y="1278842"/>
              <a:ext cx="331082" cy="143976"/>
            </a:xfrm>
            <a:custGeom>
              <a:rect b="b" l="l" r="r" t="t"/>
              <a:pathLst>
                <a:path extrusionOk="0" h="4293" w="9872">
                  <a:moveTo>
                    <a:pt x="1" y="1"/>
                  </a:moveTo>
                  <a:lnTo>
                    <a:pt x="1" y="4292"/>
                  </a:lnTo>
                  <a:lnTo>
                    <a:pt x="9872" y="4292"/>
                  </a:lnTo>
                  <a:lnTo>
                    <a:pt x="9872" y="1"/>
                  </a:lnTo>
                  <a:close/>
                </a:path>
              </a:pathLst>
            </a:custGeom>
            <a:solidFill>
              <a:srgbClr val="CCE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 flipH="1">
              <a:off x="1007497" y="1278842"/>
              <a:ext cx="331082" cy="143976"/>
            </a:xfrm>
            <a:custGeom>
              <a:rect b="b" l="l" r="r" t="t"/>
              <a:pathLst>
                <a:path extrusionOk="0" h="4293" w="9872">
                  <a:moveTo>
                    <a:pt x="1" y="1"/>
                  </a:moveTo>
                  <a:lnTo>
                    <a:pt x="1" y="4292"/>
                  </a:lnTo>
                  <a:lnTo>
                    <a:pt x="9872" y="4292"/>
                  </a:lnTo>
                  <a:lnTo>
                    <a:pt x="9872" y="1"/>
                  </a:lnTo>
                  <a:close/>
                </a:path>
              </a:pathLst>
            </a:custGeom>
            <a:solidFill>
              <a:srgbClr val="CCE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 flipH="1">
              <a:off x="1188130" y="1449078"/>
              <a:ext cx="331082" cy="143976"/>
            </a:xfrm>
            <a:custGeom>
              <a:rect b="b" l="l" r="r" t="t"/>
              <a:pathLst>
                <a:path extrusionOk="0" h="4293" w="9872">
                  <a:moveTo>
                    <a:pt x="0" y="1"/>
                  </a:moveTo>
                  <a:lnTo>
                    <a:pt x="0" y="4293"/>
                  </a:lnTo>
                  <a:lnTo>
                    <a:pt x="9871" y="4293"/>
                  </a:lnTo>
                  <a:lnTo>
                    <a:pt x="9871" y="1"/>
                  </a:lnTo>
                  <a:close/>
                </a:path>
              </a:pathLst>
            </a:custGeom>
            <a:solidFill>
              <a:srgbClr val="CCE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 flipH="1">
              <a:off x="841855" y="1120679"/>
              <a:ext cx="331116" cy="144010"/>
            </a:xfrm>
            <a:custGeom>
              <a:rect b="b" l="l" r="r" t="t"/>
              <a:pathLst>
                <a:path extrusionOk="0" h="4294" w="9873">
                  <a:moveTo>
                    <a:pt x="0" y="0"/>
                  </a:moveTo>
                  <a:lnTo>
                    <a:pt x="0" y="4293"/>
                  </a:lnTo>
                  <a:lnTo>
                    <a:pt x="9872" y="4293"/>
                  </a:lnTo>
                  <a:lnTo>
                    <a:pt x="9872" y="0"/>
                  </a:lnTo>
                  <a:close/>
                </a:path>
              </a:pathLst>
            </a:custGeom>
            <a:solidFill>
              <a:srgbClr val="CCE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5" name="Google Shape;295;p22"/>
          <p:cNvGrpSpPr/>
          <p:nvPr/>
        </p:nvGrpSpPr>
        <p:grpSpPr>
          <a:xfrm>
            <a:off x="-4879" y="4340170"/>
            <a:ext cx="688022" cy="314213"/>
            <a:chOff x="222921" y="2366932"/>
            <a:chExt cx="688022" cy="314213"/>
          </a:xfrm>
        </p:grpSpPr>
        <p:sp>
          <p:nvSpPr>
            <p:cNvPr id="296" name="Google Shape;296;p22"/>
            <p:cNvSpPr/>
            <p:nvPr/>
          </p:nvSpPr>
          <p:spPr>
            <a:xfrm flipH="1">
              <a:off x="579860" y="2366932"/>
              <a:ext cx="331082" cy="143976"/>
            </a:xfrm>
            <a:custGeom>
              <a:rect b="b" l="l" r="r" t="t"/>
              <a:pathLst>
                <a:path extrusionOk="0" h="4293" w="9872">
                  <a:moveTo>
                    <a:pt x="1" y="1"/>
                  </a:moveTo>
                  <a:lnTo>
                    <a:pt x="1" y="4292"/>
                  </a:lnTo>
                  <a:lnTo>
                    <a:pt x="9872" y="4292"/>
                  </a:lnTo>
                  <a:lnTo>
                    <a:pt x="9872" y="1"/>
                  </a:lnTo>
                  <a:close/>
                </a:path>
              </a:pathLst>
            </a:custGeom>
            <a:solidFill>
              <a:srgbClr val="CCE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 flipH="1">
              <a:off x="222921" y="2366932"/>
              <a:ext cx="331082" cy="143976"/>
            </a:xfrm>
            <a:custGeom>
              <a:rect b="b" l="l" r="r" t="t"/>
              <a:pathLst>
                <a:path extrusionOk="0" h="4293" w="9872">
                  <a:moveTo>
                    <a:pt x="0" y="1"/>
                  </a:moveTo>
                  <a:lnTo>
                    <a:pt x="0" y="4292"/>
                  </a:lnTo>
                  <a:lnTo>
                    <a:pt x="9871" y="4292"/>
                  </a:lnTo>
                  <a:lnTo>
                    <a:pt x="9871" y="1"/>
                  </a:lnTo>
                  <a:close/>
                </a:path>
              </a:pathLst>
            </a:custGeom>
            <a:solidFill>
              <a:srgbClr val="CCE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2"/>
            <p:cNvSpPr/>
            <p:nvPr/>
          </p:nvSpPr>
          <p:spPr>
            <a:xfrm flipH="1">
              <a:off x="403688" y="2537169"/>
              <a:ext cx="331082" cy="143976"/>
            </a:xfrm>
            <a:custGeom>
              <a:rect b="b" l="l" r="r" t="t"/>
              <a:pathLst>
                <a:path extrusionOk="0" h="4293" w="9872">
                  <a:moveTo>
                    <a:pt x="0" y="1"/>
                  </a:moveTo>
                  <a:lnTo>
                    <a:pt x="0" y="4293"/>
                  </a:lnTo>
                  <a:lnTo>
                    <a:pt x="9871" y="4293"/>
                  </a:lnTo>
                  <a:lnTo>
                    <a:pt x="9871" y="1"/>
                  </a:lnTo>
                  <a:close/>
                </a:path>
              </a:pathLst>
            </a:custGeom>
            <a:solidFill>
              <a:srgbClr val="CCE3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" name="Google Shape;299;p22"/>
          <p:cNvSpPr/>
          <p:nvPr/>
        </p:nvSpPr>
        <p:spPr>
          <a:xfrm>
            <a:off x="7943950" y="175525"/>
            <a:ext cx="496500" cy="496500"/>
          </a:xfrm>
          <a:prstGeom prst="star8">
            <a:avLst>
              <a:gd fmla="val 21808" name="adj"/>
            </a:avLst>
          </a:prstGeom>
          <a:solidFill>
            <a:srgbClr val="55A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273650" y="219025"/>
            <a:ext cx="409497" cy="409497"/>
          </a:xfrm>
          <a:custGeom>
            <a:rect b="b" l="l" r="r" t="t"/>
            <a:pathLst>
              <a:path extrusionOk="0" h="6138" w="6138">
                <a:moveTo>
                  <a:pt x="3069" y="1"/>
                </a:moveTo>
                <a:lnTo>
                  <a:pt x="2332" y="2106"/>
                </a:lnTo>
                <a:lnTo>
                  <a:pt x="1" y="3069"/>
                </a:lnTo>
                <a:lnTo>
                  <a:pt x="2332" y="4079"/>
                </a:lnTo>
                <a:lnTo>
                  <a:pt x="3069" y="6138"/>
                </a:lnTo>
                <a:lnTo>
                  <a:pt x="4021" y="3899"/>
                </a:lnTo>
                <a:lnTo>
                  <a:pt x="6137" y="3069"/>
                </a:lnTo>
                <a:lnTo>
                  <a:pt x="3802" y="2210"/>
                </a:lnTo>
                <a:lnTo>
                  <a:pt x="3069" y="1"/>
                </a:lnTo>
                <a:close/>
              </a:path>
            </a:pathLst>
          </a:custGeom>
          <a:solidFill>
            <a:srgbClr val="55A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7519200" y="423775"/>
            <a:ext cx="409497" cy="409497"/>
          </a:xfrm>
          <a:custGeom>
            <a:rect b="b" l="l" r="r" t="t"/>
            <a:pathLst>
              <a:path extrusionOk="0" h="6138" w="6138">
                <a:moveTo>
                  <a:pt x="3069" y="1"/>
                </a:moveTo>
                <a:lnTo>
                  <a:pt x="2332" y="2106"/>
                </a:lnTo>
                <a:lnTo>
                  <a:pt x="1" y="3069"/>
                </a:lnTo>
                <a:lnTo>
                  <a:pt x="2332" y="4079"/>
                </a:lnTo>
                <a:lnTo>
                  <a:pt x="3069" y="6138"/>
                </a:lnTo>
                <a:lnTo>
                  <a:pt x="4021" y="3899"/>
                </a:lnTo>
                <a:lnTo>
                  <a:pt x="6137" y="3069"/>
                </a:lnTo>
                <a:lnTo>
                  <a:pt x="3802" y="2210"/>
                </a:lnTo>
                <a:lnTo>
                  <a:pt x="3069" y="1"/>
                </a:lnTo>
                <a:close/>
              </a:path>
            </a:pathLst>
          </a:custGeom>
          <a:solidFill>
            <a:srgbClr val="55A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"/>
          <p:cNvSpPr txBox="1"/>
          <p:nvPr>
            <p:ph type="title"/>
          </p:nvPr>
        </p:nvSpPr>
        <p:spPr>
          <a:xfrm>
            <a:off x="420625" y="305850"/>
            <a:ext cx="822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07" name="Google Shape;307;p23"/>
          <p:cNvSpPr txBox="1"/>
          <p:nvPr>
            <p:ph idx="1" type="body"/>
          </p:nvPr>
        </p:nvSpPr>
        <p:spPr>
          <a:xfrm>
            <a:off x="458375" y="1240150"/>
            <a:ext cx="8373900" cy="29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Solves restaurant choice: providing a </a:t>
            </a:r>
            <a:r>
              <a:rPr b="1" lang="en"/>
              <a:t>clear, curated Top-5 recommendation</a:t>
            </a:r>
            <a:r>
              <a:rPr lang="en"/>
              <a:t> list.</a:t>
            </a:r>
            <a:endParaRPr/>
          </a:p>
          <a:p>
            <a:pPr indent="-334327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Evolved from a </a:t>
            </a:r>
            <a:r>
              <a:rPr b="1" lang="en"/>
              <a:t>local LLM + static dataset</a:t>
            </a:r>
            <a:r>
              <a:rPr lang="en"/>
              <a:t> prototype to a </a:t>
            </a:r>
            <a:r>
              <a:rPr b="1" lang="en"/>
              <a:t>real-time Google Maps + LLM </a:t>
            </a:r>
            <a:r>
              <a:rPr lang="en"/>
              <a:t>system.</a:t>
            </a:r>
            <a:endParaRPr/>
          </a:p>
          <a:p>
            <a:pPr indent="-334327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Grounded geospatial data ensures accurate, trustworthy restaurant suggestions.</a:t>
            </a:r>
            <a:endParaRPr/>
          </a:p>
          <a:p>
            <a:pPr indent="-334327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LLM adds contextual value with dish recommendations, enhancing decision confidence.</a:t>
            </a:r>
            <a:endParaRPr/>
          </a:p>
          <a:p>
            <a:pPr indent="-334327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ct val="100000"/>
              <a:buChar char="-"/>
            </a:pPr>
            <a:r>
              <a:rPr lang="en"/>
              <a:t>Demonstrates that simplifying inputs and outputs leads to faster, better user decisions.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FFFFFF"/>
      </a:dk1>
      <a:lt1>
        <a:srgbClr val="012169"/>
      </a:lt1>
      <a:dk2>
        <a:srgbClr val="009EFF"/>
      </a:dk2>
      <a:lt2>
        <a:srgbClr val="FFFFFF"/>
      </a:lt2>
      <a:accent1>
        <a:srgbClr val="009EFF"/>
      </a:accent1>
      <a:accent2>
        <a:srgbClr val="6CACE4"/>
      </a:accent2>
      <a:accent3>
        <a:srgbClr val="012169"/>
      </a:accent3>
      <a:accent4>
        <a:srgbClr val="1860AC"/>
      </a:accent4>
      <a:accent5>
        <a:srgbClr val="FFFF00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